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3"/>
    <p:sldId id="257" r:id="rId4"/>
    <p:sldId id="258" r:id="rId5"/>
    <p:sldId id="297" r:id="rId6"/>
    <p:sldId id="259" r:id="rId7"/>
    <p:sldId id="260" r:id="rId8"/>
    <p:sldId id="261" r:id="rId9"/>
    <p:sldId id="263" r:id="rId10"/>
    <p:sldId id="264" r:id="rId11"/>
    <p:sldId id="265" r:id="rId12"/>
    <p:sldId id="262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3" r:id="rId30"/>
    <p:sldId id="284" r:id="rId31"/>
    <p:sldId id="286" r:id="rId32"/>
    <p:sldId id="282" r:id="rId33"/>
    <p:sldId id="285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118" autoAdjust="0"/>
  </p:normalViewPr>
  <p:slideViewPr>
    <p:cSldViewPr snapToGrid="0">
      <p:cViewPr varScale="1">
        <p:scale>
          <a:sx n="83" d="100"/>
          <a:sy n="83" d="100"/>
        </p:scale>
        <p:origin x="4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3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notesMaster" Target="notesMasters/notesMaster1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39BC9-7E58-43D2-9557-D94356DA74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253F1-F5FD-4A91-B580-F563CC45B9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157E3-3D3E-4FEB-ABA7-41470998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FAF16-FF30-46A5-BDE0-63E3165CC3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28E62F3-092C-45BF-834B-A96C1A639E4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24128" y="1424354"/>
            <a:ext cx="9720073" cy="4885006"/>
          </a:xfrm>
        </p:spPr>
        <p:txBody>
          <a:bodyPr/>
          <a:lstStyle>
            <a:lvl1pPr marL="457200" indent="-457200">
              <a:lnSpc>
                <a:spcPct val="120000"/>
              </a:lnSpc>
              <a:buSzPct val="80000"/>
              <a:buFont typeface="Wingdings" panose="05000000000000000000" pitchFamily="2" charset="2"/>
              <a:buChar char="n"/>
              <a:defRPr sz="3200"/>
            </a:lvl1pPr>
            <a:lvl2pPr>
              <a:lnSpc>
                <a:spcPct val="120000"/>
              </a:lnSpc>
              <a:defRPr sz="2400" baseline="0"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B2EB-738A-46A4-AD3F-9422667960ED}" type="datetime1">
              <a:rPr lang="zh-CN" altLang="en-US" smtClean="0"/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1024128" y="112976"/>
            <a:ext cx="9720072" cy="1499616"/>
          </a:xfrm>
        </p:spPr>
        <p:txBody>
          <a:bodyPr>
            <a:normAutofit/>
          </a:bodyPr>
          <a:lstStyle>
            <a:lvl1pPr>
              <a:defRPr sz="4400" b="1" cap="none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C5C6-872C-47B3-9565-D52C20D2DF5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9C3B9-AED1-42DC-9421-133FB0E1A72F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E698-0711-49A5-B05E-F77E1F26C0E8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DA56-1E64-4F49-ADD9-6251E5D37FF5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1935-A7FB-4118-8DFE-2636A710AEF1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D93F0-9233-4BC0-AD65-BEF82C4E7C8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4BBC0-4082-4DD8-B530-5E32FCBE4A4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30492-7EE0-47B2-8BB5-FAE868138C1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41F6E-988C-42B6-B045-1FC21BB7085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BE2B2EB-738A-46A4-AD3F-9422667960E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案例 3 · 待办清单（增强版）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筛选、统计、持久化准备</a:t>
            </a:r>
            <a:endParaRPr sz="1800" b="1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>
              <a:spcAft>
                <a:spcPts val="1000"/>
              </a:spcAft>
            </a:pPr>
            <a:r>
              <a:rPr sz="13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computed 派生状态 → watch 监听 → v-if / v-show → Tab 切换 → 二次确认清除</a:t>
            </a:r>
            <a:endParaRPr sz="13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3140918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派生状态：三个视图 + 剩余数量，全部由 computed 算出来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watch 监听器：list 一变就自动存进本地存储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v-if 与 v-show：销毁重建 vs 隐藏，分别什么时候用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Vue3 里 v-if 和 v-for 为什么不能写在同一个标签上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顶部三 Tab（全部 / 进行中 / 已完成）切换视图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底部固定显示「剩余 X 项」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uni.showModal 二次确认后清除已完成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list 升级为 ref([])，用 filter 整体替换（与坑二和解）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本案例学什么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4128" y="6040000"/>
            <a:ext cx="86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产出：能筛选、会统计、刷新不丢数据的待办清单</a:t>
            </a:r>
            <a:endParaRPr sz="12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245705"/>
            <a:ext cx="9720073" cy="1646179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笨办法：三个数组各存一份，添加 / 切换 / 删除时三处都要同步改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漏改一处就会出现「列表里没有了、已完成里还在」</a:t>
            </a:r>
            <a:r>
              <a:rPr lang="zh-CN"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的错误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新办法：数据只存一份 list，三个视图和统计数字全部算出来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数据变了，算出来的结果自然跟着变 —— 这就是「派生状态」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从「存结果」到「算结果」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324815"/>
            <a:ext cx="4710036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笨办法：存三份（容易出错）</a:t>
            </a:r>
            <a:endParaRPr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3644815"/>
            <a:ext cx="4710036" cy="19253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allList = []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activeList = []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doneList = []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每加一条都要改三个数组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切一次 done 也要改三个数组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4164" y="3324815"/>
            <a:ext cx="4710036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本案例：只存一份（算出来）</a:t>
            </a:r>
            <a:endParaRPr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4405" y="3644900"/>
            <a:ext cx="5339080" cy="19253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FF0000"/>
                </a:solidFill>
                <a:latin typeface="Consolas" panose="020B0609020204030204"/>
                <a:ea typeface="等线" panose="02010600030101010101" charset="-122"/>
              </a:rPr>
              <a:t>const list = ref([])     </a:t>
            </a: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// 只存这一份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三个视图全部由 list 算出来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activeList = computed(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() =&gt; list.value.filter(t =&gt; !t.done)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14425" y="1664970"/>
            <a:ext cx="2766695" cy="488505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2.3 </a:t>
            </a:r>
            <a:r>
              <a:rPr lang="zh-CN" altLang="en-US"/>
              <a:t>运行</a:t>
            </a:r>
            <a:r>
              <a:rPr lang="zh-CN" altLang="en-US"/>
              <a:t>效果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DC8A7CC-799F-4B54-AF3E-73CB8767F52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内容占位符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990" y="1486535"/>
            <a:ext cx="2752090" cy="48850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154670" y="946785"/>
            <a:ext cx="1666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2.2</a:t>
            </a:r>
            <a:r>
              <a:rPr lang="zh-CN" altLang="en-US"/>
              <a:t>运行效果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一、派生状态：computed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不要存，要算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646179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案例 2 里用 computed 算过「未完成数量」，那就是</a:t>
            </a:r>
            <a:r>
              <a:rPr sz="2000" b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派生状态</a:t>
            </a:r>
            <a:endParaRPr sz="2000" b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computed 里的公式依赖什么，就只有什么变了才重算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本案例把派生值从 1 个扩展到 4 个：三视图 + 剩余数量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回顾案例 2：computed 已经用过一次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255" y="3429635"/>
            <a:ext cx="9719945" cy="299085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案例 2 写过的（1 个派生值）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unDoneCount = computed(() =&gt;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return list.filter(t =&gt; !t.done).length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本案例要扩展到 4 个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activeList 进行中列表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doneList   已完成列表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currentList 当前 Tab 该显示的列表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unDoneCount 剩余未完成数量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1902460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list 是唯一的数据源，三个视图都是它的「投影」</a:t>
            </a:r>
            <a:endParaRPr sz="2000" b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filter 返回新数组，原数组不动 —— 视图之间互不干扰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done 为 true 进</a:t>
            </a:r>
            <a:r>
              <a:rPr lang="en-US"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”</a:t>
            </a: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已完成</a:t>
            </a:r>
            <a:r>
              <a:rPr lang="en-US"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“</a:t>
            </a: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，为 false 进</a:t>
            </a:r>
            <a:r>
              <a:rPr lang="en-US"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”</a:t>
            </a: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进行中</a:t>
            </a:r>
            <a:r>
              <a:rPr lang="en-US"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“</a:t>
            </a:r>
            <a:endParaRPr lang="en-US"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4255" y="113030"/>
            <a:ext cx="9719945" cy="127762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三视图筛选：全部由 list 算出来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7453" y="3269064"/>
            <a:ext cx="9720073" cy="340804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唯一的数据源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list = ref([])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派生 1：进行中（done 为 false）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</a:t>
            </a:r>
            <a:r>
              <a:rPr sz="2000" b="0">
                <a:solidFill>
                  <a:srgbClr val="FF0000"/>
                </a:solidFill>
                <a:latin typeface="Consolas" panose="020B0609020204030204"/>
                <a:ea typeface="等线" panose="02010600030101010101" charset="-122"/>
              </a:rPr>
              <a:t>activeList </a:t>
            </a: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= computed(() =&gt;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list.value.filter(t =&gt; !t.done))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派生 2：已完成（done 为 true）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</a:t>
            </a:r>
            <a:r>
              <a:rPr sz="2000" b="0">
                <a:solidFill>
                  <a:srgbClr val="FF0000"/>
                </a:solidFill>
                <a:latin typeface="Consolas" panose="020B0609020204030204"/>
                <a:ea typeface="等线" panose="02010600030101010101" charset="-122"/>
              </a:rPr>
              <a:t>doneList </a:t>
            </a: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= computed(() =&gt;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list.value.filter(t =&gt; t.done))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currentTab 存的是当前选中哪个 Tab：all / active / done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它是一个普通的 ref，和业务数据一样参与响应式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切换 Tab 只改这一个变量，list 一条数据都不用动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当前 Tab 也是一个响应式数据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0623" y="3091264"/>
            <a:ext cx="9720073" cy="221615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currentTab = ref('all')     // 'all' | 'active' | 'done'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切换 Tab：只是改一个变量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@click="currentTab = 'active'"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list 完全不受影响，数据一条都没动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变的只是「用哪个视图去看它」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一个 computed 统管三视图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1083183" y="1607495"/>
            <a:ext cx="4710036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写法一：if 逐项判断</a:t>
            </a:r>
            <a:endParaRPr sz="2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083183" y="1927495"/>
            <a:ext cx="4710036" cy="250634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currentList = computed(() =&gt;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if (currentTab.value === 'active')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return activeList.value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if (currentTab.value === 'done')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return doneList.value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return list.value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6093219" y="1607495"/>
            <a:ext cx="4710036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写法二：switch 分派</a:t>
            </a:r>
            <a:endParaRPr sz="2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6093460" y="1927225"/>
            <a:ext cx="5650865" cy="250698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currentList = computed(() =&gt;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switch (currentTab.value)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case 'active': return activeList.value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case 'done':   return doneList.value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default:       return list.value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" y="5570000"/>
            <a:ext cx="9720073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currentList </a:t>
            </a:r>
            <a:r>
              <a:rPr lang="zh-CN"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：</a:t>
            </a:r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模板里 v-for 要渲染的数组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两种写法怎么选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255" y="1320165"/>
          <a:ext cx="10505440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875"/>
                <a:gridCol w="3242945"/>
                <a:gridCol w="2748915"/>
                <a:gridCol w="1703705"/>
              </a:tblGrid>
              <a:tr h="600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方案</a:t>
                      </a:r>
                      <a:endParaRPr sz="18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优点</a:t>
                      </a:r>
                      <a:endParaRPr sz="18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缺点</a:t>
                      </a:r>
                      <a:endParaRPr sz="18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适用</a:t>
                      </a:r>
                      <a:endParaRPr sz="18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三个独立 computed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各自缓存独立，哪块变只重算哪块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computed 数量多，代码略长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视图结构差异大（推荐）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一个 computed + 分支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代码集中，新增视图只加一行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任何变化都会重算这一个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视图逻辑简单、以后还要扩展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直接在模板里 filter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不用写 computed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每次渲染都重算，模板变脏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不推荐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6198" y="4695805"/>
            <a:ext cx="9720073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本案例采用「三个独立 computed + 一个 currentList」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就是「进行中」列表的长度，不必重新 filter 一遍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computed 之间可以互相引用，框架会理清依赖关系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底部固定栏显示的数字，绑的就是它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剩余未完成数量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180164"/>
            <a:ext cx="9720073" cy="19253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写法一：复用 activeList（推荐，少算一遍）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unDoneCount = computed(() =&gt; activeList.value.length)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写法二：直接再 filter 一次（结果一样）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unDoneCount = computed(() =&gt;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list.value.filter(t =&gt; !t.done).length)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5570000"/>
            <a:ext cx="9720073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&lt;text&gt;剩余 {{ unDoneCount }} 项&lt;/text&gt;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1694180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依赖没变就不会重算 —— 多次读同一个 computed 只算一次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computed 里只做计算，不要改数据、不要调接口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4255" y="113030"/>
            <a:ext cx="9719945" cy="1207135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computed 的缓存特性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142699"/>
            <a:ext cx="9720073" cy="279654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✓ 可以：只读 list，返回计算结果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activeList = computed(() =&gt;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list.value.filter(t =&gt; !t.done))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✗ 不可以：在 computed 里改数据（副作用）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bad = computed(() =&gt;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list.value.push({ id: 99 })     // 会触发警告甚至死循环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return list.value.length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040000"/>
            <a:ext cx="84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computed 负责「算」，watch 负责「做」—— 别混用</a:t>
            </a:r>
            <a:endParaRPr sz="12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二、监听器：watch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59985"/>
            <a:ext cx="3658870" cy="1463040"/>
          </a:xfrm>
        </p:spPr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数据变了，顺便做点别的事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watch </a:t>
            </a:r>
            <a:r>
              <a:rPr sz="2400" b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监听一个数据源，它变了就执行回调</a:t>
            </a:r>
            <a:endParaRPr sz="2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监听 ref 用 watch(变量, 回调)；回调拿到新值和旧值</a:t>
            </a:r>
            <a:endParaRPr sz="2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监听数组 / 对象的内容变化，必须加 { deep: true }</a:t>
            </a:r>
            <a:endParaRPr sz="2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72185" y="194310"/>
            <a:ext cx="9719945" cy="124079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watch 基本用法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5408" y="3705944"/>
            <a:ext cx="9720073" cy="19253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import { watch } from 'vue'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watch(list, (</a:t>
            </a:r>
            <a:r>
              <a:rPr b="0">
                <a:solidFill>
                  <a:srgbClr val="1F2D3D"/>
                </a:solidFill>
                <a:highlight>
                  <a:srgbClr val="FFFF00"/>
                </a:highlight>
                <a:latin typeface="Consolas" panose="020B0609020204030204"/>
                <a:ea typeface="等线" panose="02010600030101010101" charset="-122"/>
              </a:rPr>
              <a:t>newVal, oldVal</a:t>
            </a: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) =&gt; {</a:t>
            </a:r>
            <a:r>
              <a:rPr lang="en-US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</a:t>
            </a:r>
            <a:r>
              <a:rPr lang="zh-CN" altLang="en-US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注意，</a:t>
            </a:r>
            <a:r>
              <a:rPr lang="en-US" altLang="zh-CN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new</a:t>
            </a:r>
            <a:r>
              <a:rPr lang="zh-CN" altLang="en-US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在前，</a:t>
            </a:r>
            <a:r>
              <a:rPr lang="en-US" altLang="zh-CN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old</a:t>
            </a:r>
            <a:r>
              <a:rPr lang="zh-CN" altLang="en-US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在后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console.log('新值：', newVal)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console.log('旧值：', oldVal)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}, { deep: true })      // 数组内容变化也要监听到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watch 的三个常用选项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128" y="1320000"/>
          <a:ext cx="9720073" cy="2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/>
                <a:gridCol w="4200000"/>
                <a:gridCol w="3420073"/>
              </a:tblGrid>
              <a:tr h="520000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选项</a:t>
                      </a:r>
                      <a:endParaRPr sz="2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作用</a:t>
                      </a:r>
                      <a:endParaRPr sz="2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什么时候用</a:t>
                      </a:r>
                      <a:endParaRPr sz="24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deep: true</a:t>
                      </a:r>
                      <a:endParaRPr sz="20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深监听，数组/对象内部变化也触发</a:t>
                      </a:r>
                      <a:endParaRPr sz="20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监听 list 这种数组，必加</a:t>
                      </a:r>
                      <a:endParaRPr sz="20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immediate: true</a:t>
                      </a:r>
                      <a:endParaRPr sz="20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创建时立刻先执行一次回调</a:t>
                      </a:r>
                      <a:endParaRPr sz="20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需要初始化（如首次读取存储）</a:t>
                      </a:r>
                      <a:endParaRPr sz="20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flush: 'post'</a:t>
                      </a:r>
                      <a:endParaRPr sz="20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等 DOM 更新完再执行回调</a:t>
                      </a:r>
                      <a:endParaRPr sz="20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回调里要读 DOM 尺寸时</a:t>
                      </a:r>
                      <a:endParaRPr sz="20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不写选项</a:t>
                      </a:r>
                      <a:endParaRPr sz="20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只在数据本身被替换时触发</a:t>
                      </a:r>
                      <a:endParaRPr sz="20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监听简单的字符串 / 数字</a:t>
                      </a:r>
                      <a:endParaRPr sz="20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24128" y="4170000"/>
            <a:ext cx="9720073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口诀：监听数组加 deep，要初始化加 immediate</a:t>
            </a:r>
            <a:endParaRPr sz="2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1541780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watch 里调用 </a:t>
            </a:r>
            <a:r>
              <a:rPr sz="2000" b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uni.setStorageSync</a:t>
            </a: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 把数据写进本机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数组不能直接存，要先 JSON.stringify 转成字符串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回调里只做「存」，绝不能改 list —— 否则会无限循环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4255" y="113030"/>
            <a:ext cx="9719945" cy="120777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实战：list 一变就自动存进本地存储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032209"/>
            <a:ext cx="9720073" cy="250634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watch(list, (val) =&gt;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只存，不改！改 list 会再次触发 watch → 死循环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uni.setStorageSync('todo-list', JSON.stringify(val))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}, { deep: true 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页面加载时读回来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saved = uni.getStorageSync('todo-list')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if (saved) list.value = JSON.parse(saved)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040000"/>
            <a:ext cx="90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268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存用 setStorageSync + JSON.stringify，读用 getStorageSync + JSON.parse</a:t>
            </a:r>
            <a:endParaRPr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2058670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案例 2 的清单刷新页面就全没了 —— 数据只活在内存里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Storage 把数据写到本机，关掉应用再打开还在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各端通用：H5 用 localStorage、小程序和 App 用各自的存储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本案例先用起来，案例 7 会系统讲存储的边界与清理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【为案例 7 打基础】为什么需要持久化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255" y="3695065"/>
            <a:ext cx="9719945" cy="27254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存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uni.setStorageSync('todo-list', JSON.stringify(list.value))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读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saved = uni.getStorageSync('todo-list')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if (saved) list.value = JSON.parse(saved)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删（本案例用不到，知道有就行）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uni.removeStorageSync('todo-list')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405" y="4959985"/>
            <a:ext cx="8430895" cy="146304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三、条件渲染：v-if 与 v-show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都不显示，但代价不一样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v-if vs v-show：机制差异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866575"/>
            <a:ext cx="4710036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v-if：销毁 / 重建</a:t>
            </a:r>
            <a:endParaRPr sz="24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2186575"/>
            <a:ext cx="4710036" cy="244030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&lt;view v-if="count &gt; 0"&gt;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有内容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&lt;/view&gt;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&lt;!-- 条件为假时：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节点被销毁，DOM 里根本没有 --&gt;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4164" y="1866575"/>
            <a:ext cx="4710036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v-show：切换 display</a:t>
            </a:r>
            <a:endParaRPr sz="24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4164" y="2186575"/>
            <a:ext cx="4710036" cy="244030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&lt;view v-show="count &gt; 0"&gt;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有内容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&lt;/view&gt;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&lt;!-- 条件为假时：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节点还在，只是 display: none --&gt;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255" y="4836795"/>
            <a:ext cx="9719945" cy="5168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v-if 是真的「不存在」，v-show 只是「看不见」</a:t>
            </a:r>
            <a:endParaRPr sz="24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该用哪个：性能场景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24128" y="1320000"/>
          <a:ext cx="9720073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3620073"/>
                <a:gridCol w="4100000"/>
              </a:tblGrid>
              <a:tr h="5000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对比项</a:t>
                      </a:r>
                      <a:endParaRPr sz="18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v-if</a:t>
                      </a:r>
                      <a:endParaRPr sz="18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v-show</a:t>
                      </a:r>
                      <a:endParaRPr sz="1800" b="1">
                        <a:solidFill>
                          <a:srgbClr val="FFFFFF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2683C6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切换代价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销毁 / 重建，代价高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只改 CSS，代价极低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首次渲染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条件为假时不渲染，更快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无论真假都渲染，略慢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适用场景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运行时条件很少变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需要频繁切换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配合 v-else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支持 v-else / v-else-if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不支持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2F6FA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83C6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本案例的用法</a:t>
                      </a:r>
                      <a:endParaRPr sz="1600" b="1">
                        <a:solidFill>
                          <a:srgbClr val="2683C6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空态文案分支（P24）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B3A45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Tab 面板频繁切换</a:t>
                      </a:r>
                      <a:endParaRPr sz="1600" b="0">
                        <a:solidFill>
                          <a:srgbClr val="2B3A45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24255" y="4570095"/>
            <a:ext cx="9719945" cy="6432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口诀：频繁切换用 v-show，条件少变用 v-if</a:t>
            </a:r>
            <a:endParaRPr sz="2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1598295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FF0000"/>
                </a:solidFill>
                <a:latin typeface="等线" panose="02010600030101010101" charset="-122"/>
                <a:ea typeface="等线" panose="02010600030101010101" charset="-122"/>
              </a:rPr>
              <a:t>Vue3 里 v-if 的优先级高于 v-for，先判断再循环</a:t>
            </a:r>
            <a:endParaRPr sz="2000" b="0">
              <a:solidFill>
                <a:srgbClr val="FF0000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于是 v-if 的表达式里根本拿不到 item —— 直接报错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正确做法：外层套一个不渲染的 &lt;template&gt;，或先 computed 过滤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4255" y="113030"/>
            <a:ext cx="9719945" cy="120777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⚠️ v-if 与 v-for 不要写在同一个标签上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002999"/>
            <a:ext cx="9720073" cy="318389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&lt;!-- ✗ 报错：v-if 先执行，此时 item 还不存在 --&gt;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&lt;view v-for="item in list" v-if="!item.done" :key="item.id"&gt;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&lt;!-- ✓ 做法一：外层套 template，v-if 管整个列表 --&gt;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&lt;template v-if="currentList.length &gt; 0"&gt;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&lt;view v-for="item in currentList" :key="item.id"&gt;…&lt;/view&gt;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&lt;/template&gt;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&lt;!-- ✓ 做法二（本案例用的）：先 computed 过滤，v-for 只负责渲染 --&gt;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&lt;view v-for="item in currentList</a:t>
            </a:r>
            <a:r>
              <a:rPr sz="2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" </a:t>
            </a: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:key="item.id"&gt;…&lt;/view&gt;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270505"/>
            <a:ext cx="82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sz="1200"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本案例把过滤交给 computed，v-for 里干干净净</a:t>
            </a:r>
            <a:endParaRPr sz="1200"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四、顶部三 Tab 切换视图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一个数组，三种看法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2108835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三个 view 横向 flex，各占三分之一</a:t>
            </a:r>
            <a:endParaRPr sz="2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:class 绑定选中态，选中项变大、变色、加底部色条</a:t>
            </a:r>
            <a:endParaRPr sz="2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4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选中态用对象写法：{ active: currentTab === 'all' }</a:t>
            </a:r>
            <a:endParaRPr sz="24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Tab 的结构与样式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987249"/>
            <a:ext cx="9720073" cy="250634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&lt;view class="tabs"&gt;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&lt;view class="tab" :class="{ active: currentTab === 'all' }"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@click="currentTab = 'all'"&gt;全部&lt;/view&gt;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&lt;view class="tab" :class="{ active: currentTab === 'active' }"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@click="currentTab = 'active'"&gt;进行中&lt;/view&gt;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&lt;view class="tab" :class="{ active: currentTab === 'done' }"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@click="currentTab = 'done'"&gt;已完成&lt;/view&gt;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1621155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@click 后面可以直接写一句赋值，不必包成方法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赋值改的是 currentTab，currentList 立刻重算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整个切换过程 list 一条数据都没动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Tab 点击切换：不需要写方法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288340"/>
            <a:ext cx="4710036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写法：直接赋值 vs 包方法</a:t>
            </a:r>
            <a:endParaRPr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3608340"/>
            <a:ext cx="4710036" cy="199136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✓ 推荐：直接赋值，够简单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@click="currentTab = 'active'"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也可以包成方法（需要额外逻辑时才用）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switchTab(name)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currentTab.value = name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4164" y="3288340"/>
            <a:ext cx="4710036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数据：只动 currentTab</a:t>
            </a:r>
            <a:endParaRPr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4164" y="3608340"/>
            <a:ext cx="4710036" cy="173291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切换前后 list 都是这一个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list = ref([...])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变的只有 currentTab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视图由 currentList 算出来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→ 切换是「零成本」的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v-for 渲染的永远是 currentList，模板只有一份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三个视图的空态文案不一样，用 v-if / v-else-if 分支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这里正好体现 v-if 的用法：条件很少变，用 v-if 更合适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三视图渲染与空态文案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3809449"/>
            <a:ext cx="9720073" cy="250634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&lt;view v-if="currentList.length === 0" class="empty"&gt;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&lt;text v-if="currentTab === 'all'"&gt;还没有待办，添加一条吧&lt;/text&gt;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&lt;text v-else-if="currentTab === 'active'"&gt;太棒了，没有进行中的事&lt;/text&gt;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&lt;text v-else&gt;还没有完成的事，加油&lt;/text&gt;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&lt;view v-else class="list"&gt;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&lt;view v-for="item in currentList" :key="item.id"&gt;…&lt;/view&gt;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五、清除已完成：二次确认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危险操作要拦一下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1797685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showToast 是「通知一下」，showModal 是「等你做决定」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确认与取消的结果在 success 回调的 res.confirm 里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showCancel: true 是默认值，会在右侧多一个取消按钮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uni.showModal：二次确认弹窗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058160"/>
            <a:ext cx="9401810" cy="368681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uni.showModal({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title: '确认清除',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content: '确定要清除所有已完成事项吗？',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success: (res) =&gt; {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if (res.confirm) {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console.log('用户点了确定')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 else if (res.cancel) {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console.log('用户点了取消')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20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272494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案例 2 的坑二：reactive 数组不能整体赋值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本案例把 list 升级为 ref([])，整体替换就合法了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写法：list.value = list.value.filter(t =&gt; !t.done)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清除写法升级：list 改用 ref([])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2700000"/>
            <a:ext cx="4710036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本案例：ref + filter（推荐）</a:t>
            </a:r>
            <a:endParaRPr sz="2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3020000"/>
            <a:ext cx="4710036" cy="279654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本案例：ref([])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list = ref([])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✓ 整体替换，合法且直观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list.value = list.value.filter(t =&gt; !t.done)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模板里依然是 list，不用管 .value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v-for="item in currentList"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4164" y="2700000"/>
            <a:ext cx="4710036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案例 2：reactive + splice</a:t>
            </a:r>
            <a:endParaRPr sz="2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34164" y="3020000"/>
            <a:ext cx="4710036" cy="337756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案例 2：reactive([])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list = reactive([])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✗ 整体赋值会丢响应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list = list.filter(t =&gt; !t.done)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✓ 必须原地替换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remain = list.filter(t =&gt; !t.done)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list.splice(0, list.length, ...remain)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1646179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没有已完成项时：先提示再 return，不弹无意义的确认框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弹窗里带上条数：告诉用户将要删掉几条，更友好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清除后 watch 会自动触发，新数据自动落盘，不用手动存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数据被整体替换后，模板里的 list 依然响应 —— 这正是 ref 的好处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边界情况：想周全一点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13638" y="4155570"/>
            <a:ext cx="2310018" cy="85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点清除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先判断有没有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23656" y="4440570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83656" y="4155570"/>
            <a:ext cx="2310018" cy="85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弹窗确认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显示将删几条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93674" y="4440570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853674" y="4155570"/>
            <a:ext cx="2310018" cy="85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整体替换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ref 用 filter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63692" y="4440570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23692" y="4155570"/>
            <a:ext cx="2310018" cy="85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自动落盘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watch 触发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完整代码（上）：template —— 输入区 + Tab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80000"/>
            <a:ext cx="9720073" cy="512064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&lt;template&gt;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&lt;view class="page"&gt;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&lt;!-- 输入区 --&gt;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&lt;view class="input-row"&gt;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&lt;input class="input" v-model.trim="newText"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 placeholder="请输入待办事项" @confirm="addTodo" /&gt;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&lt;button type="primary" size="mini" @click="addTodo"&gt;添加&lt;/button&gt;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&lt;!-- 顶部三 Tab --&gt;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&lt;view class="tabs"&gt;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&lt;view class="tab" :class="{ active: currentTab === 'all' }"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@click="currentTab = 'all'"&gt;全部&lt;/view&gt;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&lt;view class="tab" :class="{ active: currentTab === 'active' }"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@click="currentTab = 'active'"&gt;进行中&lt;/view&gt;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&lt;view class="tab" :class="{ active: currentTab === 'done' }"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@click="currentTab = 'done'"&gt;已完成&lt;/view&gt;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&lt;/view&gt;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72820" y="1320165"/>
            <a:ext cx="9771380" cy="1452880"/>
          </a:xfrm>
        </p:spPr>
        <p:txBody>
          <a:bodyPr wrap="square" anchor="t"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清空逻辑全部写在 res.confirm 为真的分支里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用户点取消，什么都不做 —— 这是二次确认的意义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8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清除完再给一个 showToast，操作才算闭环</a:t>
            </a:r>
            <a:endParaRPr sz="18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完整流程：点按钮 → 弹窗 → 确认才</a:t>
            </a:r>
            <a:r>
              <a:rPr lang="zh-CN"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清除</a:t>
            </a:r>
            <a:endParaRPr lang="zh-CN"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255" y="2773045"/>
            <a:ext cx="9719945" cy="386651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clearDone()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if (doneList.value.length === 0)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uni.showToast({ title: '没有可清除的', icon: 'none'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return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uni.showModal({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title: '确认清除',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content: `将删除 ${doneList.value.length} 条已完成事项`,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success: (res) =&gt;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if (!res.confirm) return          // 取消：什么都不做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list.value = list.value.filter(t =&gt; !t.done)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uni.showToast({ title: '已清除', icon: 'success'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六、完整代码与实践任务</a:t>
            </a:r>
            <a:endParaRPr sz="40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2000" b="0">
                <a:solidFill>
                  <a:srgbClr val="335B74"/>
                </a:solidFill>
                <a:latin typeface="等线" panose="02010600030101010101" charset="-122"/>
                <a:ea typeface="等线" panose="02010600030101010101" charset="-122"/>
              </a:rPr>
              <a:t>给待办清单加上筛选、统计与持久化</a:t>
            </a:r>
            <a:endParaRPr sz="2000" b="0">
              <a:solidFill>
                <a:srgbClr val="335B7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完整代码（中）：template —— 列表 + 底部栏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80000"/>
            <a:ext cx="9720073" cy="514794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&lt;!-- 列表：渲染的是 currentList（由 computed 算出来） --&gt;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&lt;view class="list"&gt;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&lt;view class="item" v-for="item in currentList" :key="item.id"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@click="item.done = !item.done"&gt;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&lt;text :class="{ done: item.done }"&gt;{{ item.text }}&lt;/text&gt;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&lt;button size="mini" type="warn"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    @click.stop="deleteItem(item.id)"&gt;删除&lt;/button&gt;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&lt;!-- 三种空态文案，用 v-if / v-else-if 分支 --&gt;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&lt;view v-if="currentList.length === 0" class="empty"&gt;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 v-if="currentTab === 'all'"&gt;还没有待办，添加一条吧&lt;/text&gt;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 v-else-if="currentTab === 'active'"&gt;太棒了，没有进行中的事&lt;/text&gt;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 v-else&gt;还没有完成的事，加油&lt;/text&gt;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&lt;!-- 底部固定栏 --&gt;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&lt;view class="bottom-bar"&gt;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 class="count"&gt;剩余 {{ unDoneCount }} 项&lt;/text&gt;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&lt;text class="clear" @click="clearDone"&gt;清除已完成&lt;/text&gt;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&lt;/view&gt;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&lt;/template&gt;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完整代码（下）：script —— 数据与计算属性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032655"/>
            <a:ext cx="9720073" cy="582549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&lt;script setup&gt;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import { ref, computed, watch } from 'vue'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数据：只存这一份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list = ref([])            // 本案例升级为 ref，可整体替换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newText = ref('')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currentTab = ref('all')   // 'all' | 'active' | 'done'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let nextId = 1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派生状态：全部由 list 算出来，不另存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activeList = computed(() =&gt;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list.value.filter(t =&gt; !t.done))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doneList   = computed(() =&gt;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list.value.filter(t =&gt; t.done))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currentList = computed(() =&gt;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if (currentTab.value === 'active') return activeList.value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if (currentTab.value === 'done')   return doneList.value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return list.value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unDoneCount = computed(() =&gt; activeList.value.length)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副作用：list 一变就落盘（只存，不改 list）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watch(list, (val) =&gt;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uni.setStorageSync('todo-list', JSON.stringify(val))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}, { deep: true })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完整代码（下）：script —— 添加与删除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80000"/>
            <a:ext cx="9720073" cy="5092700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添加：判空 → push → 清空输入框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addTodo()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const text = newText.value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if (!text) return uni.showToast({ title: '请输入内容', icon: 'none'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list.value.push({ id: nextId++, text, done: false })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newText.value = ''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删除单条：ref 可以直接整体替换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deleteItem(id)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list.value = list.value.filter(t =&gt; t.id !== id)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切换完成：改的是对象属性，视图自动更新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模板里直接写 @click="item.done = !item.done"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需要额外逻辑时才包成方法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function toggleDone(item) {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  item.done = !item.done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}</a:t>
            </a:r>
            <a:endParaRPr sz="16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完整代码（下）：script —— 清除已完成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128" y="1380000"/>
            <a:ext cx="9720073" cy="453961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清除已完成：先判空，再二次确认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function clearDone()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if (doneList.value.length === 0)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return uni.showToast({ title: '没有可清除的', icon: 'none' 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uni.showModal({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title: '确认清除',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content: `将删除 ${doneList.value.length} 条已完成事项`,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success: (res) =&gt;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if (!res.confirm) return    // 取消则什么都不做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list.value = list.value.filter(t =&gt; !t.done)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uni.showToast({ title: '已清除', icon: 'success' 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}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})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&lt;/script&gt;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4128" y="-75619"/>
            <a:ext cx="9720072" cy="1499616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完整代码（下）：style scoped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9805" y="889000"/>
            <a:ext cx="9719945" cy="595566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&lt;style scoped&gt;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.page { padding: 30rpx; padding-bottom: 140rpx; }  /* 给底部栏留位 */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.input-row { display: flex; align-items: center;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.input {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flex: 1; height: 72rpx; padding: 0 20rpx; font-size: 28rpx;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border: 1px solid #DDDDDD; border-radius: 8rpx;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.tabs { display: flex; margin-top: 30rpx; border-bottom: 1px solid #EEEEEE;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.tab { flex: 1; text-align: center; padding: 24rpx 0;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font-size: 28rpx; color: #666666;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.tab.active { color: #2683C6; font-weight: bold;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     border-bottom: 4rpx solid #2683C6;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.item { display: flex; align-items: center; justify-content: space-between;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padding: 28rpx 20rpx; margin-top: 20rpx;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background: #FFFFFF; border-radius: 10rpx;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.done { text-decoration: line-through; color: #999999;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.empty { padding: 120rpx 0; text-align: center;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       font-size: 28rpx; color: #999999;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.bottom-bar {                      /* 底部固定栏 */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position: fixed; left: 0; right: 0; bottom: 0;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display: flex; justify-content: space-between; align-items: center;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padding: 24rpx 40rpx; background: #FFFFFF; border-top: 1px solid #EEEEEE;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.count { font-size: 28rpx; color: #335B74;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.clear { font-size: 28rpx; color: #D9480F; }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&lt;/style&gt;</a:t>
            </a:r>
            <a:endParaRPr sz="1400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1334770"/>
          </a:xfrm>
        </p:spPr>
        <p:txBody>
          <a:bodyPr wrap="square" anchor="t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页面加载时把上次的数据读回来，nextId 要接着最大值往下走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Storage 里存的永远是字符串，取出来必须 JSON.parse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完整代码（补充）：恢复数据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24255" y="2961640"/>
            <a:ext cx="10497185" cy="2506345"/>
          </a:xfrm>
          <a:prstGeom prst="rect">
            <a:avLst/>
          </a:prstGeom>
          <a:solidFill>
            <a:srgbClr val="F4F6F8"/>
          </a:solidFill>
          <a:ln w="9525">
            <a:solidFill>
              <a:srgbClr val="C9D2D9"/>
            </a:solidFill>
          </a:ln>
        </p:spPr>
        <p:txBody>
          <a:bodyPr wrap="square" lIns="146304" tIns="91440" rIns="146304" bIns="9144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// 页面初始化：把上次的数据读回来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const saved = uni.getStorageSync('todo-list')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if (saved) {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list.value = JSON.parse(saved)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// id 要接着上次的往下走，不能从头开始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//</a:t>
            </a:r>
            <a:r>
              <a:rPr lang="en-US" altLang="zh-CN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Math.max(m, t.id) = </a:t>
            </a:r>
            <a:r>
              <a:rPr lang="zh-CN" altLang="en-US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取"当前最大值"和"当前元素 </a:t>
            </a:r>
            <a:r>
              <a:rPr lang="en-US" altLang="zh-CN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id"</a:t>
            </a:r>
            <a:r>
              <a:rPr lang="zh-CN" altLang="en-US"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中更大的那个，作为新的累加器</a:t>
            </a:r>
            <a:endParaRPr lang="zh-CN" altLang="en-US"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  nextId = list.value.reduce((m, t) =&gt; </a:t>
            </a:r>
            <a:r>
              <a:rPr b="0">
                <a:solidFill>
                  <a:srgbClr val="FF0000"/>
                </a:solidFill>
                <a:latin typeface="Consolas" panose="020B0609020204030204"/>
                <a:ea typeface="等线" panose="02010600030101010101" charset="-122"/>
              </a:rPr>
              <a:t>Math.max(m, t.id)</a:t>
            </a: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, 0) + 1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0">
                <a:solidFill>
                  <a:srgbClr val="1F2D3D"/>
                </a:solidFill>
                <a:latin typeface="Consolas" panose="020B0609020204030204"/>
                <a:ea typeface="等线" panose="02010600030101010101" charset="-122"/>
              </a:rPr>
              <a:t>}</a:t>
            </a:r>
            <a:endParaRPr b="0">
              <a:solidFill>
                <a:srgbClr val="1F2D3D"/>
              </a:solidFill>
              <a:latin typeface="Consolas" panose="020B0609020204030204"/>
              <a:ea typeface="等线" panose="02010600030101010101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24128" y="6040000"/>
            <a:ext cx="9200000" cy="330000"/>
          </a:xfrm>
          <a:prstGeom prst="roundRect">
            <a:avLst>
              <a:gd name="adj" fmla="val 35000"/>
            </a:avLst>
          </a:prstGeom>
          <a:solidFill>
            <a:srgbClr val="FDF0E6"/>
          </a:solidFill>
          <a:ln w="9525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rtlCol="0" anchor="ctr"/>
          <a:lstStyle/>
          <a:p>
            <a:pPr algn="l"/>
            <a:r>
              <a:rPr b="1">
                <a:solidFill>
                  <a:srgbClr val="D9480F"/>
                </a:solidFill>
                <a:latin typeface="等线" panose="02010600030101010101" charset="-122"/>
                <a:ea typeface="等线" panose="02010600030101010101" charset="-122"/>
              </a:rPr>
              <a:t>nextId 必须接着最大值加一，否则新数据会和旧数据撞 id</a:t>
            </a:r>
            <a:endParaRPr b="1">
              <a:solidFill>
                <a:srgbClr val="D9480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3180080"/>
            <a:ext cx="10038080" cy="3088005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数据层只有两个：list（待办）和 currentTab（当前视图）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派生层负责「算」：三个列表 + 一个统计数字，一个都不存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视图层负责「显示」：v-for 渲染 currentList，:class 控制选中态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副作用层负责「做」：watch 把 list 写进本地存储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0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四层各管一件事，改动任何一层都不会牵连其他层</a:t>
            </a:r>
            <a:endParaRPr sz="20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完整代码的逻辑全景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24128" y="1930085"/>
            <a:ext cx="2310018" cy="90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数据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list + currentTab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34146" y="2240085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94146" y="1930085"/>
            <a:ext cx="2310018" cy="90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派生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4 个 computed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04164" y="2240085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64164" y="1930085"/>
            <a:ext cx="2310018" cy="900000"/>
          </a:xfrm>
          <a:prstGeom prst="roundRect">
            <a:avLst>
              <a:gd name="adj" fmla="val 10000"/>
            </a:avLst>
          </a:prstGeom>
          <a:solidFill>
            <a:srgbClr val="EBF7FC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视图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Tab 切换渲染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74182" y="2240085"/>
            <a:ext cx="16000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A9BCC8"/>
                </a:solidFill>
                <a:latin typeface="等线" panose="02010600030101010101" charset="-122"/>
                <a:ea typeface="等线" panose="02010600030101010101" charset="-122"/>
              </a:rPr>
              <a:t>▶</a:t>
            </a:r>
            <a:endParaRPr sz="1600" b="1">
              <a:solidFill>
                <a:srgbClr val="A9BCC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34182" y="1930085"/>
            <a:ext cx="2310018" cy="900000"/>
          </a:xfrm>
          <a:prstGeom prst="roundRect">
            <a:avLst>
              <a:gd name="adj" fmla="val 10000"/>
            </a:avLst>
          </a:prstGeom>
          <a:solidFill>
            <a:srgbClr val="F2FAFD"/>
          </a:solidFill>
          <a:ln w="9525">
            <a:solidFill>
              <a:srgbClr val="1CA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副作用</a:t>
            </a:r>
            <a:endParaRPr sz="16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algn="ctr"/>
            <a:r>
              <a:rPr sz="1600" b="0">
                <a:solidFill>
                  <a:srgbClr val="6B7A88"/>
                </a:solidFill>
                <a:latin typeface="等线" panose="02010600030101010101" charset="-122"/>
                <a:ea typeface="等线" panose="02010600030101010101" charset="-122"/>
              </a:rPr>
              <a:t>watch 落盘</a:t>
            </a:r>
            <a:endParaRPr sz="1600" b="0">
              <a:solidFill>
                <a:srgbClr val="6B7A88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2932" y="5880789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3140918"/>
          </a:xfrm>
        </p:spPr>
        <p:txBody>
          <a:bodyPr wrap="square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1. 在案例 2 的项目上继续改，list 从 reactive([]) 改成 ref([])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2. 加 currentTab = ref('all')，写三个 computed 筛选列表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3. 顶部加三个 Tab，:class 绑选中态，@click 直接赋值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4. 列表 v-for 渲染 currentList，空态按 Tab 显示不同文案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5. 底部固定栏显示「剩余 X 项」+「清除已完成」按钮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6. 写 watch(list, ..., { deep: true }) 自动存本地存储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7. clearDone 里加 uni.showModal 二次确认，取消则不做任何事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8. 刷新页面验证数据还在，三个 Tab 都点一遍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任务要求与步骤拆解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255" y="1320165"/>
            <a:ext cx="9719945" cy="5375910"/>
          </a:xfrm>
        </p:spPr>
        <p:txBody>
          <a:bodyPr wrap="square" anchor="t"/>
          <a:lstStyle/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1. 三个视图是算出来的吗？有没有偷偷另存一份数组？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2. watch 里面只存数据、没有改 list 吧？（改了就死循环）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3. watch 加 deep: true 了吗？（不加监听不到 push）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4. 刷新页面后，待办数据还在吗？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5. 恢复数据后，nextId 接着最大值往下走了吗？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6. 点「清除已完成」会先弹确认框吗？点取消真的没清吗？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7. 三个 Tab 的空态文案各不相同吗？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8. v-if 和 v-for 有没有写在同一个标签上？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9. 底部固定栏会遮住最后一条待办吗？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10. 浏览器和微信小程序两端都实际点过一遍吗？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24255" y="113030"/>
            <a:ext cx="9719945" cy="1207770"/>
          </a:xfrm>
        </p:spPr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交付前自查表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24128" y="1320000"/>
            <a:ext cx="9720073" cy="3140918"/>
          </a:xfrm>
        </p:spPr>
        <p:txBody>
          <a:bodyPr wrap="square" anchor="t"/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1：watch 回调里改了 list → 无限循环，页面卡死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2：v-if 和 v-for 写在同一标签上 → 报错拿不到 item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3：list 还是 reactive，却写了 list = list.filter(...)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4：watch 忘加 deep，push 新数据不落盘，刷新就没了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5：读回来直接用，忘了 JSON.parse，列表显示成一串字符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翻车 6：恢复数据后 nextId 从 1 重来，新数据和旧数据撞 id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一条线：数据（list + currentTab）→ 派生（computed）→ 视图（Tab）→ 副作用（watch 落盘）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600" b="0">
                <a:solidFill>
                  <a:srgbClr val="2B3A45"/>
                </a:solidFill>
                <a:latin typeface="等线" panose="02010600030101010101" charset="-122"/>
                <a:ea typeface="等线" panose="02010600030101010101" charset="-122"/>
              </a:rPr>
              <a:t>下个案例预告：把列表项抽成子组件 —— props 传进来，emit 传出去</a:t>
            </a:r>
            <a:endParaRPr sz="1600" b="0">
              <a:solidFill>
                <a:srgbClr val="2B3A4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800" b="1">
                <a:solidFill>
                  <a:srgbClr val="2683C6"/>
                </a:solidFill>
                <a:latin typeface="等线" panose="02010600030101010101" charset="-122"/>
                <a:ea typeface="等线" panose="02010600030101010101" charset="-122"/>
              </a:rPr>
              <a:t>常见翻车点与回顾</a:t>
            </a:r>
            <a:endParaRPr sz="2800" b="1">
              <a:solidFill>
                <a:srgbClr val="2683C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AA7B2"/>
                </a:solidFill>
                <a:latin typeface="等线" panose="02010600030101010101" charset="-122"/>
                <a:ea typeface="等线" panose="02010600030101010101" charset="-122"/>
              </a:rPr>
              <a:t>#</a:t>
            </a:r>
            <a:endParaRPr sz="1000" b="0">
              <a:solidFill>
                <a:srgbClr val="9AA7B2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1.1468503937008,&quot;left&quot;:85.28999999999999,&quot;top&quot;:126.5744094488189,&quot;width&quot;:765.36}"/>
</p:tagLst>
</file>

<file path=ppt/tags/tag2.xml><?xml version="1.0" encoding="utf-8"?>
<p:tagLst xmlns:p="http://schemas.openxmlformats.org/presentationml/2006/main">
  <p:tag name="KSO_WM_DIAGRAM_VIRTUALLY_FRAME" val="{&quot;height&quot;:291.1468503937008,&quot;left&quot;:85.28999999999999,&quot;top&quot;:126.5744094488189,&quot;width&quot;:765.36}"/>
</p:tagLst>
</file>

<file path=ppt/tags/tag3.xml><?xml version="1.0" encoding="utf-8"?>
<p:tagLst xmlns:p="http://schemas.openxmlformats.org/presentationml/2006/main">
  <p:tag name="KSO_WM_DIAGRAM_VIRTUALLY_FRAME" val="{&quot;height&quot;:291.1468503937008,&quot;left&quot;:85.28999999999999,&quot;top&quot;:126.5744094488189,&quot;width&quot;:765.36}"/>
</p:tagLst>
</file>

<file path=ppt/tags/tag4.xml><?xml version="1.0" encoding="utf-8"?>
<p:tagLst xmlns:p="http://schemas.openxmlformats.org/presentationml/2006/main">
  <p:tag name="KSO_WM_DIAGRAM_VIRTUALLY_FRAME" val="{&quot;height&quot;:291.1468503937008,&quot;left&quot;:85.28999999999999,&quot;top&quot;:126.5744094488189,&quot;width&quot;:765.36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13804</Words>
  <Application>WPS 演示</Application>
  <PresentationFormat>宽屏</PresentationFormat>
  <Paragraphs>826</Paragraphs>
  <Slides>42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53" baseType="lpstr">
      <vt:lpstr>Arial</vt:lpstr>
      <vt:lpstr>宋体</vt:lpstr>
      <vt:lpstr>Wingdings</vt:lpstr>
      <vt:lpstr>Tw Cen MT</vt:lpstr>
      <vt:lpstr>Wingdings 3</vt:lpstr>
      <vt:lpstr>等线</vt:lpstr>
      <vt:lpstr>Consolas</vt:lpstr>
      <vt:lpstr>微软雅黑</vt:lpstr>
      <vt:lpstr>Arial Unicode MS</vt:lpstr>
      <vt:lpstr>等线 Light</vt:lpstr>
      <vt:lpstr>积分</vt:lpstr>
      <vt:lpstr>案例 3 · 待办清单（增强版）</vt:lpstr>
      <vt:lpstr>本案例学什么</vt:lpstr>
      <vt:lpstr>从「存结果」到「算结果」</vt:lpstr>
      <vt:lpstr>运行效果</vt:lpstr>
      <vt:lpstr>一、派生状态：computed</vt:lpstr>
      <vt:lpstr>回顾案例 2：computed 已经用过一次</vt:lpstr>
      <vt:lpstr>三视图筛选：全部由 list 算出来</vt:lpstr>
      <vt:lpstr>当前 Tab 也是一个响应式数据</vt:lpstr>
      <vt:lpstr>一个 computed 统管三视图</vt:lpstr>
      <vt:lpstr>两种写法怎么选</vt:lpstr>
      <vt:lpstr>剩余未完成数量</vt:lpstr>
      <vt:lpstr>computed 的缓存特性</vt:lpstr>
      <vt:lpstr>二、监听器：watch</vt:lpstr>
      <vt:lpstr>watch 基本用法</vt:lpstr>
      <vt:lpstr>watch 的三个常用选项</vt:lpstr>
      <vt:lpstr>实战：list 一变就自动存进本地存储</vt:lpstr>
      <vt:lpstr>【为案例 7 打基础】为什么需要持久化</vt:lpstr>
      <vt:lpstr>三、条件渲染：v-if 与 v-show</vt:lpstr>
      <vt:lpstr>v-if vs v-show：机制差异</vt:lpstr>
      <vt:lpstr>该用哪个：性能场景</vt:lpstr>
      <vt:lpstr>⚠️ v-if 与 v-for 不要写在同一个标签上</vt:lpstr>
      <vt:lpstr>四、顶部三 Tab 切换视图</vt:lpstr>
      <vt:lpstr>Tab 的结构与样式</vt:lpstr>
      <vt:lpstr>Tab 点击切换：不需要写方法</vt:lpstr>
      <vt:lpstr>三视图渲染与空态文案</vt:lpstr>
      <vt:lpstr>五、清除已完成：二次确认</vt:lpstr>
      <vt:lpstr>uni.showModal：二次确认弹窗</vt:lpstr>
      <vt:lpstr>清除写法升级：list 改用 ref([])</vt:lpstr>
      <vt:lpstr>边界情况：想周全一点</vt:lpstr>
      <vt:lpstr>完整代码（上）：template —— 输入区 + Tab</vt:lpstr>
      <vt:lpstr>完整流程：点按钮 → 弹窗 → 确认才清</vt:lpstr>
      <vt:lpstr>六、完整代码与实践任务</vt:lpstr>
      <vt:lpstr>完整代码（中）：template —— 列表 + 底部栏</vt:lpstr>
      <vt:lpstr>完整代码（下）：script —— 数据与计算属性</vt:lpstr>
      <vt:lpstr>完整代码（下）：script —— 添加与删除</vt:lpstr>
      <vt:lpstr>完整代码（下）：script —— 清除已完成</vt:lpstr>
      <vt:lpstr>完整代码（下）：style scoped</vt:lpstr>
      <vt:lpstr>完整代码（补充）：恢复数据</vt:lpstr>
      <vt:lpstr>完整代码的逻辑全景</vt:lpstr>
      <vt:lpstr>任务要求与步骤拆解</vt:lpstr>
      <vt:lpstr>交付前自查表</vt:lpstr>
      <vt:lpstr>常见翻车点与回顾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学科实践一  移动应用开发</dc:title>
  <dc:creator>shuwen su</dc:creator>
  <cp:lastModifiedBy>苏苏</cp:lastModifiedBy>
  <cp:revision>249</cp:revision>
  <dcterms:created xsi:type="dcterms:W3CDTF">2022-08-31T06:41:00Z</dcterms:created>
  <dcterms:modified xsi:type="dcterms:W3CDTF">2026-10-07T14:03:00Z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E092291C1A74433D87D0B63DC23CE86F_12</vt:lpwstr>
  </property>
  <property fmtid="{D5CDD505-2E9C-101B-9397-08002B2CF9AE}" pid="3" name="KSOProductBuildVer">
    <vt:lpwstr>2052-12.1.0.28022</vt:lpwstr>
  </property>
</Properties>
</file>