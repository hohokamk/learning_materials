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96" r:id="rId19"/>
    <p:sldId id="295" r:id="rId20"/>
    <p:sldId id="294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118" autoAdjust="0"/>
  </p:normalViewPr>
  <p:slideViewPr>
    <p:cSldViewPr snapToGrid="0">
      <p:cViewPr varScale="1">
        <p:scale>
          <a:sx n="83" d="100"/>
          <a:sy n="83" d="100"/>
        </p:scale>
        <p:origin x="4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39BC9-7E58-43D2-9557-D94356DA74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253F1-F5FD-4A91-B580-F563CC45B9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157E3-3D3E-4FEB-ABA7-41470998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FAF16-FF30-46A5-BDE0-63E3165CC3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28E62F3-092C-45BF-834B-A96C1A639E4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24128" y="1424354"/>
            <a:ext cx="9720073" cy="4885006"/>
          </a:xfrm>
        </p:spPr>
        <p:txBody>
          <a:bodyPr/>
          <a:lstStyle>
            <a:lvl1pPr marL="457200" indent="-457200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 sz="2400" baseline="0"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B2EB-738A-46A4-AD3F-9422667960ED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024128" y="112976"/>
            <a:ext cx="9720072" cy="1499616"/>
          </a:xfrm>
        </p:spPr>
        <p:txBody>
          <a:bodyPr>
            <a:normAutofit/>
          </a:bodyPr>
          <a:lstStyle>
            <a:lvl1pPr>
              <a:defRPr sz="4400" b="1" cap="none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C5C6-872C-47B3-9565-D52C20D2DF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C3B9-AED1-42DC-9421-133FB0E1A72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E698-0711-49A5-B05E-F77E1F26C0E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DA56-1E64-4F49-ADD9-6251E5D37FF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1935-A7FB-4118-8DFE-2636A710AEF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D93F0-9233-4BC0-AD65-BEF82C4E7C8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4BBC0-4082-4DD8-B530-5E32FCBE4A4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30492-7EE0-47B2-8BB5-FAE868138C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1F6E-988C-42B6-B045-1FC21BB7085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BE2B2EB-738A-46A4-AD3F-9422667960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案例 5 · 新闻详情页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系统 API 与交互反馈</a:t>
            </a:r>
            <a:endParaRPr sz="1800" b="1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showToast → showModal → setClipboardData → makePhoneCall → 下拉刷新 → navigateBack</a:t>
            </a:r>
            <a:endParaRPr sz="13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263708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uni.showToast：轻提示，可带成功 / 失败图标、时长、遮罩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uni.showModal：确认框，在 success 回调里分辨 confirm / cancel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uni.setClipboardData：把作者名复制到剪贴板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uni.makePhoneCall：一键拨号 —— 第一次调用手机能力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详情页也支持下拉刷新：点赞数会变，看刷新是否真的生效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uni.navigateBack：返回列表页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⚠️ 这些都是异步 API，后续逻辑必须写进 success 回调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本案例学什么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6040000"/>
            <a:ext cx="97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产出：详情页底部三个按钮（复制 / 拨号 / 收藏），点哪个都有反馈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前四个案例，页面能力全部来自 Vue 和 UniApp 自己的语法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本案例开始调用「手机能力」：剪贴板、拨号盘、本地存储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这些能力统一由 uni 这个对象提供 —— 调用起来像打电话一样直接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这就是跨端框架的价值：一套代码，各端的系统能力都能用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从「看新闻」到「用手机」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3220000"/>
            <a:ext cx="3133357" cy="85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页面语法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Vue / UniApp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57485" y="3505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7485" y="3220000"/>
            <a:ext cx="3133357" cy="85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系统能力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uni.xxx API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50842" y="3505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10842" y="3220000"/>
            <a:ext cx="3133357" cy="85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手机硬件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剪贴板 / 拨号盘 / 存储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" y="4320000"/>
            <a:ext cx="972007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你说一句 uni.makePhoneCall，系统就去把拨号盘叫出来了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本案例的三个按钮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720073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4000000"/>
                <a:gridCol w="3520073"/>
              </a:tblGrid>
              <a:tr h="525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按钮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调用的 API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反馈方式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525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复制作者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uni.setClipboardData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Toast：已复制作者名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联系作者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uni.showModal + uni.makePhoneCall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先确认框，再跳拨号盘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25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收藏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uni.setStorageSync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Toast + 图标变实心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4128" y="3770000"/>
            <a:ext cx="972007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设计原则：用户每点一下，都必须有反馈 —— 否则他会以为没点上，就会一直点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一、交互反馈：Toast 与 Modal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让用户知道「刚才那一下生效了」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在屏幕上浮一下就走，不打断用户操作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icon 决定图标：success 打勾 / error 打叉 / none 不放图标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duration 控制停留毫秒数，默认 1500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⚠️ icon 为 none 时，title 最多约 7 个汉字，多了会被截断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uni.showToast：最轻的提示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516384"/>
            <a:ext cx="9720073" cy="30251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成功提示：带打勾图标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uni.showToast({ title: '已收藏', icon: 'success'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纯文字提示：不放图标（适合较长文案）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uni.showToast({ title: '点赞数已更新', icon: 'none'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控制停留时间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uni.showToast({ title: '处理中…', icon: 'none', duration: 3000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加载中：需要配合 uni.hideToast() 手动关闭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uni.showToast({ title: '提交中', icon: 'loading', duration: 2000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mask: true 会在 Toast 上盖一层透明遮罩，挡住用户的点击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用途：防止用户在一个操作还没完成时又点别的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默认是 false —— 大多数情况不需要开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Toast 的另一个参数：mask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2820000"/>
          <a:ext cx="9720073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000000"/>
                <a:gridCol w="5520073"/>
              </a:tblGrid>
              <a:tr h="45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参数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类型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作用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title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String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提示文字（必填）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icon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String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success / error / loading / none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duration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Number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停留毫秒数，默认 1500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mask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Boolean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是否显示透明遮罩，默认 false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success / fail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Function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调用结果的回调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149985"/>
            <a:ext cx="9719945" cy="2052955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弹窗上有一个「确定」和一个「取消」，等用户选完才继续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结果在 success 回调的 res 里：res.confirm / res.cancel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showCancel: false 可以去掉取消按钮（纯通知用）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⚠️ 它是异步的：写在按钮下面的代码会在用户点之前就执行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uni.showModal：需要用户做决定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03253"/>
            <a:ext cx="9720073" cy="354203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uni.showModal({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title: '联系作者',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content: '将拨打 ' + detail.phone + '，确定吗？',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confirmColor: '#2683C6',          // 确定按钮的颜色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success: (res)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// ⚠️ 所有后续逻辑都要写在这里面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if (res.confirm)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console.log('用户点了确定')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 else if (res.cancel)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console.log('用户点了取消')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Toast 还是 Modal：怎么选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720073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400000"/>
                <a:gridCol w="4320073"/>
              </a:tblGrid>
              <a:tr h="560000">
                <a:tc>
                  <a:txBody>
                    <a:bodyPr wrap="square"/>
                    <a:lstStyle/>
                    <a:p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showToast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showModal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用法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浮一下就走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等用户点击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阻塞操作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不阻塞（除非 mask）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阻塞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用户能选吗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 只能看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 确定 / 取消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典型场景</a:t>
                      </a:r>
                      <a:endParaRPr sz="18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操作成功提示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删除、拨号等危险操作</a:t>
                      </a:r>
                      <a:endParaRPr sz="18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24128" y="4470000"/>
            <a:ext cx="86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口诀：只是「告诉你」用 Toast；需要「问你一句」用 Modal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下面这段代码</a:t>
            </a:r>
            <a:r>
              <a:rPr lang="zh-CN"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的</a:t>
            </a: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真实</a:t>
            </a:r>
            <a:r>
              <a:rPr lang="zh-CN"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执行</a:t>
            </a: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顺序是「打印 A → 弹窗」—— 因为回调要等用户点完才执行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所以：凡是要「用户点完之后」才做的事，必须写进 success 里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4255" y="113030"/>
            <a:ext cx="9719945" cy="120777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⚠️ 踩坑预警：这两个 API 都是异步的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72494"/>
            <a:ext cx="9720073" cy="379412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✗ 错误：打印会在弹窗之前就执行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uni.showModal({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title: '确认',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success: (res) =&gt; { if (res.confirm) doSomething()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console.log('A')      // 控制台先打出 A，弹窗还在等你点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正确：后续逻辑全部放进 success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uni.showModal({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title: '确认',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success: (res) =&gt;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if (!res.confirm) return     // 取消就到此为止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doSomething()                // 确定才继续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console.log('A')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047113" y="6140330"/>
            <a:ext cx="90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判断口诀：un.xxx 后面跟着 success / fail 的，都是异步的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二、调用手机能力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一行代码，把系统应用叫出来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把一段文字写进系统剪贴板，用户去别处粘贴就能用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⚠️ H5 端要求页面是 https 或 localhost，否则可能被浏览器拦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部分端会自带「内容已复制」的系统提示，会盖住你自己的 Toast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uni.setClipboardData：复制到剪贴板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72494"/>
            <a:ext cx="9720073" cy="3167506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copyAuthor()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uni.setClipboardData({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data: detail.value.author,       // 要复制的内容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success: ()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// 复制完成 —— 回调是异步的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uni.showToast({ title: '已复制作者名', icon: 'success'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fail: ()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uni.showToast({ title: '复制失败', icon: 'none'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94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进阶：uni.getClipboardData 可以读回剪贴板内容（注意隐私提示）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调用后系统直接弹出拨号盘，把号码填好，用户按一下拨出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参数只有一个：phoneNumber（字符串）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⚠️ 属于不可逆操作 —— 会打断用户当前一切事情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所以要先 showModal 确认，绝不能点一下就直接拨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uni.makePhoneCall：一键拨号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6790" y="3429000"/>
            <a:ext cx="9719945" cy="225996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uni.makePhoneCall({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phoneNumber: detail.value.phone,    // 注意是字符串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success: () =&gt; { console.log('拨号盘已打开') },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fail: ()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// H5 / 开发者工具不支持，会走到这里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'当前环境不支持拨号', icon: 'none'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98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号码是字符串：数字开头别丢 0」，也别写成 Number 去掉前导零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正确结构：showModal 的 success 里判断 res.confirm，为真才拨号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常见错误：把 makePhoneCall 写在 showModal 外面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　　→ 用户点「取消」照样会拨出去，这是真实事故级的 bug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⚠️ 先确认，再拨号（本案例重点页）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50000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错误：取消也会拨出去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070000"/>
            <a:ext cx="4710036" cy="30251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✗ 错误：拨号写在 showModal 外面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uni.showModal({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title: '联系作者',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success: (res)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if (!res.confirm) return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uni.makePhoneCall({          // ← 无条件执行！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phoneNumber: phone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2750000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正确：确认才拨号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164" y="3070000"/>
            <a:ext cx="4710036" cy="30251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正确：拨号嵌在 confirm 分支里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uni.showModal({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title: '联系作者',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success: (res)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if (!res.confirm) return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// 只有点确定才走到这里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uni.makePhoneCall({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phoneNumber: phone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⚠️ 哪些 API 能在 H5 测？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620073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1000000"/>
                <a:gridCol w="1400000"/>
                <a:gridCol w="1000000"/>
                <a:gridCol w="3420073"/>
              </a:tblGrid>
              <a:tr h="48571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API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H5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微信工具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真机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说明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48571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showToast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各端可用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8571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showModal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各端可用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48571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setClipboardData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H5 需 https / localhost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8571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setStorageSync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各端可用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48571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navigateBack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各端可用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8571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makePhoneCall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✗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✓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必须真机验证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24128" y="5070000"/>
            <a:ext cx="103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makePhoneCall 在 H5 / 开发者工具里点确定「没反应」是正常的，不是 bug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别在 H5 / 微信开发者工具里反复试 —— 那里永远没反应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方法一：HBuilderX → 运行 → 运行到手机或模拟器 → 制作自定义调试基座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方法二：用真机连接后直接运行，扫码安装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代码里要写 fail 回调 —— 不支持的环境给个提示，不要静默失败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makePhoneCall 怎么验证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255" y="3366770"/>
            <a:ext cx="9719945" cy="257365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即使是真机，也可能因为用户没授权而失败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所以 fail 回调是必需的，不是可选的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uni.makePhoneCall({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phoneNumber: detail.value.phone,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fail: (err)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console.log('拨号失败：', err)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'当前环境不支持拨号', icon: 'none'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76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好习惯：调用系统能力，永远要处理失败分支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4645" y="1725930"/>
            <a:ext cx="2298700" cy="48577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手机端运行设置与</a:t>
            </a:r>
            <a:r>
              <a:rPr lang="zh-CN" altLang="en-US"/>
              <a:t>效果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475" y="1611630"/>
            <a:ext cx="2343150" cy="4972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8980" y="1751330"/>
            <a:ext cx="2286000" cy="4832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840" y="2580005"/>
            <a:ext cx="3660140" cy="4003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5985" y="1585595"/>
            <a:ext cx="6109970" cy="488505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微信小程序上的</a:t>
            </a:r>
            <a:r>
              <a:rPr lang="zh-CN" altLang="en-US"/>
              <a:t>模拟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655" y="4337050"/>
            <a:ext cx="32893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77900" y="1335405"/>
            <a:ext cx="9859645" cy="5610860"/>
          </a:xfrm>
        </p:spPr>
        <p:txBody>
          <a:bodyPr>
            <a:normAutofit fontScale="65000"/>
          </a:bodyPr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打开手机 设置 → 关于手机 → 连续点击“版本号”7 次，直到提示“您已处于开发者模式”。返回 设置 → 系统 → 开发者选项（不同品牌路径略有差异）。打开 “</a:t>
            </a:r>
            <a:r>
              <a:rPr lang="en-US" altLang="zh-CN"/>
              <a:t>USB </a:t>
            </a:r>
            <a:r>
              <a:rPr lang="zh-CN" altLang="en-US"/>
              <a:t>调试”。</a:t>
            </a:r>
            <a:r>
              <a:rPr lang="en-US" altLang="zh-CN"/>
              <a:t>(</a:t>
            </a:r>
            <a:r>
              <a:rPr lang="zh-CN" altLang="en-US"/>
              <a:t>部分品牌（小米、华为、</a:t>
            </a:r>
            <a:r>
              <a:rPr lang="en-US" altLang="zh-CN"/>
              <a:t>OPPO）</a:t>
            </a:r>
            <a:r>
              <a:rPr lang="zh-CN" altLang="en-US"/>
              <a:t>还需要额外打开 “</a:t>
            </a:r>
            <a:r>
              <a:rPr lang="en-US" altLang="zh-CN"/>
              <a:t>USB </a:t>
            </a:r>
            <a:r>
              <a:rPr lang="zh-CN" altLang="en-US"/>
              <a:t>安装” 或 “允许通过 </a:t>
            </a:r>
            <a:r>
              <a:rPr lang="en-US" altLang="zh-CN"/>
              <a:t>USB </a:t>
            </a:r>
            <a:r>
              <a:rPr lang="zh-CN" altLang="en-US"/>
              <a:t>安装应用”。</a:t>
            </a:r>
            <a:r>
              <a:rPr lang="en-US" altLang="zh-CN"/>
              <a:t>)</a:t>
            </a:r>
            <a:endParaRPr lang="zh-CN" altLang="en-US"/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endParaRPr lang="en-US" altLang="zh-CN"/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用支持数据传输的数据线连接手机与电脑（注意：有些充电线只能充电，不能传数据，会导致设备不识别）。手机端弹出“是否允许 </a:t>
            </a:r>
            <a:r>
              <a:rPr lang="en-US" altLang="zh-CN"/>
              <a:t>USB </a:t>
            </a:r>
            <a:r>
              <a:rPr lang="zh-CN" altLang="en-US"/>
              <a:t>调试”对话框时，勾选“始终允许”并点击“确定”。</a:t>
            </a:r>
            <a:endParaRPr lang="zh-CN" altLang="en-US"/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endParaRPr lang="en-US" altLang="zh-CN"/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 </a:t>
            </a:r>
            <a:r>
              <a:rPr lang="en-US" altLang="zh-CN"/>
              <a:t>HBuilderX </a:t>
            </a:r>
            <a:r>
              <a:rPr lang="zh-CN" altLang="en-US"/>
              <a:t>顶部菜单 运行 → 运行到手机或模拟器 → 运行到 </a:t>
            </a:r>
            <a:r>
              <a:rPr lang="en-US" altLang="zh-CN"/>
              <a:t>Android App </a:t>
            </a:r>
            <a:r>
              <a:rPr lang="zh-CN" altLang="en-US"/>
              <a:t>基座。</a:t>
            </a:r>
            <a:r>
              <a:rPr lang="en-US" altLang="zh-CN"/>
              <a:t>HBuilderX </a:t>
            </a:r>
            <a:r>
              <a:rPr lang="zh-CN" altLang="en-US"/>
              <a:t>会自动检测已连接的设备，在列表中选中你的手机。点击运行，</a:t>
            </a:r>
            <a:r>
              <a:rPr lang="en-US" altLang="zh-CN"/>
              <a:t>HBuilderX </a:t>
            </a:r>
            <a:r>
              <a:rPr lang="zh-CN" altLang="en-US"/>
              <a:t>会自动在手机上安装一个 “</a:t>
            </a:r>
            <a:r>
              <a:rPr lang="en-US" altLang="zh-CN"/>
              <a:t>HBuilder </a:t>
            </a:r>
            <a:r>
              <a:rPr lang="zh-CN" altLang="en-US"/>
              <a:t>标准基座”（这是 </a:t>
            </a:r>
            <a:r>
              <a:rPr lang="en-US" altLang="zh-CN"/>
              <a:t>UniApp </a:t>
            </a:r>
            <a:r>
              <a:rPr lang="zh-CN" altLang="en-US"/>
              <a:t>的调试容器 </a:t>
            </a:r>
            <a:r>
              <a:rPr lang="en-US" altLang="zh-CN"/>
              <a:t>App，</a:t>
            </a:r>
            <a:r>
              <a:rPr lang="zh-CN" altLang="en-US"/>
              <a:t>约 20-30</a:t>
            </a:r>
            <a:r>
              <a:rPr lang="en-US" altLang="zh-CN"/>
              <a:t>MB）。</a:t>
            </a:r>
            <a:r>
              <a:rPr lang="zh-CN" altLang="en-US"/>
              <a:t>将项目代码推送至该基座 </a:t>
            </a:r>
            <a:r>
              <a:rPr lang="en-US" altLang="zh-CN"/>
              <a:t>App </a:t>
            </a:r>
            <a:r>
              <a:rPr lang="zh-CN" altLang="en-US"/>
              <a:t>中运行。</a:t>
            </a:r>
            <a:endParaRPr lang="zh-CN" altLang="en-US"/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endParaRPr lang="en-US" altLang="zh-CN"/>
          </a:p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手机桌面上会出现 “</a:t>
            </a:r>
            <a:r>
              <a:rPr lang="en-US" altLang="zh-CN"/>
              <a:t>HBuilder” </a:t>
            </a:r>
            <a:r>
              <a:rPr lang="zh-CN" altLang="en-US"/>
              <a:t>图标，点击即可看到项目实时运行。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“运行到手机或模拟器” </a:t>
            </a:r>
            <a:r>
              <a:rPr lang="en-US" altLang="zh-CN">
                <a:sym typeface="+mn-ea"/>
              </a:rPr>
              <a:t>Android </a:t>
            </a:r>
            <a:r>
              <a:rPr lang="zh-CN" altLang="en-US">
                <a:sym typeface="+mn-ea"/>
              </a:rPr>
              <a:t>端</a:t>
            </a:r>
            <a:endParaRPr lang="zh-CN" altLang="en-US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三、详情页的下拉刷新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把案例 4 学的本事再用一次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第一步：在 pages.json 里给这个页面开 enablePullDownRefresh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第二步：在页面里实现 onPullDownRefresh，千万别忘了 stopPullDownRefresh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案例 4 只在列表页开了，本案例给详情页也开一个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回顾：下拉刷新两步走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72494"/>
            <a:ext cx="9720073" cy="224980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pages.json —— 详情页也开下拉刷新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"path": "pages/detail/detail",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"style":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"navigationBarTitleText": "新闻详情",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"enablePullDownRefresh": true      // ← 本案例新增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详情页数据不多，但总得有个「看得见在变」的东西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本案例让点赞数每次下拉都增加 1~5 —— 一眼就能确认刷新真的生效了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真实项目里这里会是「重新请求这条新闻的详情接口」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刷新什么？点赞数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952834"/>
            <a:ext cx="9720073" cy="308737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onPullDownRefresh(()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setTimeout(()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// 模拟服务端返回了新的点赞数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if (detail.value)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detail.value.likes += Math.ceil(Math.random() * 5)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uni.stopPullDownRefresh()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'点赞数已更新', icon: 'none', duration: 1200 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}, 600)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83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数据要存在 ref 里，改了才会自动渲染 —— 这就是响应式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598295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详情页本来就是从列表页 navigateTo 过来的，返回用 navigateBack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导航栏左上角其实也能返回 —— 本案例自己写一个是为了演示这个 API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delta 默认 1：返回上一页；写 2 就连退两级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返回列表页：navigateBack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972519"/>
            <a:ext cx="9720073" cy="328358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模板里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class="nav-back" @click="goBack"&gt;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&lt;text&gt;← 返回列表&lt;/text&gt;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&lt;/view&gt;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script 里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goBack()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uni.navigateBack()          // delta 默认 1，返回上一页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连退两级：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uni.navigateBack({ delta: 2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四、完整代码与实践任务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把详情页做厚：三按钮 + 点赞数 + 下拉刷新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完整代码：详情页 template（上）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&lt;template&gt;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class="page"&gt;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v-if="detail" class="article"&gt;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class="title"&gt;{{ detail.title }}&lt;/text&gt;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class="meta"&gt;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class="source"&gt;{{ detail.source }}&lt;/text&gt;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class="time"&gt;{{ detail.time }}&lt;/text&gt;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&lt;image class="banner" :src="detail.thumb" mode="aspectFill" /&gt;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&lt;!-- 点赞数：下拉刷新后会变 --&gt;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class="stat"&gt;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class="likes"&gt;👍 {{ detail.likes }} 人觉得有用&lt;/text&gt;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class="refresh-hint"&gt;下拉可刷新&lt;/text&gt;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class="body"&gt;{{ detail.content }}&lt;/text&gt;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&lt;!-- 作者信息：复制、拨号的对象 --&gt;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class="author"&gt;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class="author-name"&gt;作者：{{ detail.author }}&lt;/text&gt;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class="author-phone"&gt;{{ detail.phone }}&lt;/text&gt;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完整代码：详情页 template（中）—— 空态与留白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兜底空态：参数错了、数据被删了都不至于白屏 --&gt;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v-else class="empty"&gt;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&lt;text&gt;没有找到这条新闻&lt;/text&gt;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class="bottom-space" /&gt;   &lt;!-- 给底部栏留位置 --&gt;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完整代码：详情页 template（下）—— 返回条与三按钮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顶部返回条：演示 navigateBack --&gt;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v-if="detail" class="nav-back" @click="goBack"&gt;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class="nav-back-text"&gt;← 返回列表&lt;/text&gt;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底部操作栏：三个按钮，每个都有反馈 --&gt;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v-if="detail" class="action-bar"&gt;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class="action" @click="copyAuthor"&gt;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class="action-icon"&gt;📋&lt;/text&gt;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class="action-text"&gt;复制作者&lt;/text&gt;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class="action" @click="callAuthor"&gt;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class="action-icon"&gt;📞&lt;/text&gt;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class="action-text"&gt;联系作者&lt;/text&gt;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class="action" @click="toggleCollect"&gt;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class="action-icon"&gt;{{ collected ? '⭐' : '☆' }}&lt;/text&gt;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class="action-text"&gt;{{ collected ? '已收藏' : '收藏' }}&lt;/text&gt;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&lt;/view&gt;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&lt;/template&gt;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完整代码：script（上）—— onLoad 取参与查数据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&lt;script setup&gt;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ref } from 'vue'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newsList } from '../../src/data/news.js'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detail = ref(null)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collected = ref(false)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---------- 1. onLoad：取参 + 查数据 ----------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onLoad((options)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const id = options.id            // 字符串！必须先 Number()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detail.value = newsList.find(item =&gt; item.id === Number(id))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读一下这条新闻之前有没有被收藏过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(detail.value)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collected.value = !!uni.getStorageSync('collected-' + detail.value.id)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完整代码：script（中）—— 复制作者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---------- 2. 复制作者：setClipboardData ----------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copyAuthor()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uni.setClipboardData({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data: detail.value.author,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success: ()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uni.showToast({ title: '已复制作者名', icon: 'success'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fail: ()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uni.showToast({ title: '复制失败', icon: 'none'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完整代码：script（下）—— 确认后拨号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---------- 3. 联系作者：先确认，再拨号 ----------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callAuthor()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makePhoneCall 会直接跳系统拨号盘，属于「不可逆」操作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所以先用 showModal 让用户确认一次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uni.showModal({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title: '联系作者',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content: '将拨打 ' + detail.value.phone + '，确定吗？',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confirmColor: '#2683C6',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success: (res)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// ⚠️ 关键：拨号必须写在 res.confirm 为真的分支里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// 写在 showModal 外面的话，用户点取消也会拨出去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if (!res.confirm) return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uni.makePhoneCall({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phoneNumber: detail.value.phone,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fail: ()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// H5、部分模拟器不支持拨号，会走到这里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uni.showToast({ title: '当前环境不支持拨号', icon: 'none'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完整代码：script（续）—— 收藏落盘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---------- 4. 收藏：切换状态 + 落盘 ----------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toggleCollect()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collected.value = !collected.value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const key = 'collected-' + detail.value.id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(collected.value)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uni.setStorageSync(key, true)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'已收藏', icon: 'success'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 else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uni.removeStorageSync(key)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'已取消收藏', icon: 'none'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完整代码：script（续）—— 下拉刷新与返回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---------- 5. 下拉刷新详情页：点赞数会变 ----------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onPullDownRefresh(()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setTimeout(() =&gt;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if (detail.value) detail.value.likes += Math.ceil(Math.random() * 5)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uni.stopPullDownRefresh()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'点赞数已更新', icon: 'none', duration: 1200 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}, 600)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---------- 6. 返回列表页 ----------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goBack()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uni.navigateBack()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&lt;/script&gt;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完整代码：style（上）—— 正文与点赞数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&lt;style scoped&gt;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.page { padding: 30rpx; background: #FFFFFF; min-height: 100vh;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/* 顶部返回条 */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.nav-back { padding: 10rpx 0 24rpx;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.nav-back-text { font-size: 28rpx; color: #2683C6;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.title { font-size: 40rpx; font-weight: bold;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color: #2B3A45; line-height: 1.4;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.meta { display: flex; margin: 20rpx 0 30rpx;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.source { font-size: 24rpx; color: #2683C6;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.time { margin-left: 24rpx; font-size: 24rpx; color: #999999;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.banner { width: 100%; height: 360rpx; border-radius: 12rpx;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background: #EEEEEE;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.stat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display: flex; align-items: center; justify-content: space-between;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margin-top: 24rpx; padding: 20rpx 24rpx;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background: #F4F6F8; border-radius: 10rpx;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.likes { font-size: 26rpx; color: #2683C6; font-weight: bold;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.refresh-hint { font-size: 22rpx; color: #999999;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.body { display: block; margin-top: 30rpx; font-size: 30rpx;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color: #333333; line-height: 1.8;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完整代码：style（下）—— 底部操作栏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.author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display: flex; align-items: center; justify-content: space-between;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margin-top: 40rpx; padding: 24rpx;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background: #EBF7FC; border-radius: 10rpx;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.author-name { font-size: 28rpx; color: #335B74; font-weight: bold;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.author-phone { font-size: 26rpx; color: #6B7A88;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.bottom-space { height: 160rpx; }   /* 给底部固定栏留位置 */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.empty { padding: 200rpx 0; text-align: center;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font-size: 28rpx; color: #999999;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/* 底部操作栏：固定在屏幕底部 */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.action-bar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position: fixed; left: 0; right: 0; bottom: 0;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display: flex; align-items: center;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background: #FFFFFF; border-top: 1px solid #EEEEEE;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padding: 16rpx 0 calc(16rpx + env(safe-area-inset-bottom));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.action { flex: 1; display: flex; flex-direction: column;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align-items: center; padding: 12rpx 0;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.action-icon { font-size: 40rpx;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.action-text { margin-top: 6rpx; font-size: 22rpx; color: #6B7A88; }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&lt;/style&gt;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数据文件：新增三个字段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60000"/>
            <a:ext cx="9720073" cy="50600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src/data/news.js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export const newsList = [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{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id: 1,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title: '我国成功发射新一组低轨通信卫星',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time: '2026-09-15 10:24',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thumb: '/static/news/n1.png',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source: '科技日报',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// ---- 本案例新增的三个字段 ----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author: '林之南',          // 复制作者按钮用它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phone: '13800001111',      // 拨号按钮用它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likes: 128,                // 点赞数：下拉刷新会变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// ---------------------------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content: '北京时间 9 月 15 日上午……'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},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... 共 6 条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]</a:t>
            </a:r>
            <a:endParaRPr sz="115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5520000"/>
            <a:ext cx="972007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★ 字段名要和模板里用的一致：detail.author / detail.phone / detail.likes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898809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三个按钮 + 下拉刷新 + 返回，构成了详情页的完整交互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注意：只有「联系作者」会先弹窗询问，其余都是直接给 Toast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交互流程全景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282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① 点复制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setClipboardData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57485" y="312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7485" y="282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② 成功回调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showToast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50842" y="312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10842" y="282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③ 用户看见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已复制作者名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24128" y="387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① 点联系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showModal 询问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7485" y="417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7485" y="387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② 点确定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makePhoneCall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50842" y="417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10842" y="387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③ 系统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弹出拨号盘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24128" y="492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① 下拉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onPullDownRefresh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57485" y="522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17485" y="492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② 改数据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likes += n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50842" y="522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10842" y="4920000"/>
            <a:ext cx="3133357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42B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③ 收工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stopPullDownRefresh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3516432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1. 在案例 4 的项目上继续改，给 news.js 每条加 author / phone / likes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2. pages.json 给详情页开 enablePullDownRefresh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3. 详情页 template 加：点赞数行 + 作者信息块 + 底部三按钮栏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4. 写 copyAuthor()：setClipboardData + success 里的 Toast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5. 写 callAuthor()：showModal 确认 → res.confirm 为真才 makePhoneCall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6. 写 toggleCollect()：切换 collected + Storage 落盘 + Toast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7. onLoad 时读回收藏状态，并按新闻 id 分开存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8. 写 onPullDownRefresh：点赞数随机增加 + stopPullDownRefresh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9. 写 goBack()：调用 navigateBack 返回列表页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10. 真机验证 makePhoneCall，H5 验证其余全部按钮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任务要求与步骤拆解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3516432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1. 每个按钮点击后都有反馈吗？（Toast 或弹窗）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2. 拨号写在 showModal 的 res.confirm 分支里吗？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3. 拨号写了 fail 回调吗？（不支持的环境要有提示）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4. 复制成功后是否在 success 回调里给 Toast？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5. 收藏状态存进 Storage 了吗？退出重进还在吗？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6. 收藏的 Storage key 带了新闻 id 吗？（每条分开记）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7. 详情页的 enablePullDownRefresh 加了吗？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8. onPullDownRefresh 里调了 stopPullDownRefresh 吗？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9. 点赞数存在 ref 里吗？（否则改了不渲染）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□ 10. 底部固定栏给正文留位置了吗？（bottom-space）</a:t>
            </a:r>
            <a:endParaRPr sz="1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自查表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2281992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1：makePhoneCall 写在 showModal 外面 → 点取消也拨号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2：不写 fail 回调 → 环境不支持时静默失败，以为代码坏了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3：在 showModal 下面直接写后续逻辑 → 用户还没点就执行了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4：复制后忘了给 Toast → 用户以为没复制成功，反复点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5：收藏 key 不带 id → 收藏一条等于收藏全部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6：点赞数不是响应式 → 下拉了但数字不变</a:t>
            </a:r>
            <a:endParaRPr sz="15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常见翻车点与回顾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案例 4：多页面路由 —— 页面怎么跳、参数怎么传、生命周期怎么走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案例 5：系统 API —— 页面会「调用手机」了，且每次操作都有反馈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两个案例合起来，就是一个完整可用的新闻 App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一条线回顾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3020000"/>
            <a:ext cx="2310018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案例 2/3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数据驱动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34146" y="332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94146" y="3020000"/>
            <a:ext cx="2310018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案例 4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路由与生命周期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04164" y="332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64164" y="3020000"/>
            <a:ext cx="2310018" cy="88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案例 5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系统 API 与反馈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4182" y="3320000"/>
            <a:ext cx="1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2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4182" y="3020000"/>
            <a:ext cx="2310018" cy="88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案例 6</a:t>
            </a:r>
            <a:endParaRPr sz="13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2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网络请求</a:t>
            </a:r>
            <a:endParaRPr sz="12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4120000"/>
            <a:ext cx="972007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下一案例预告：数据不再放在本地，改用 uni.request 从服务端取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记住这张表：谁能测，谁不能测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720073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0"/>
                <a:gridCol w="4720073"/>
              </a:tblGrid>
              <a:tr h="483333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在 H5 就能验完的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必须真机的</a:t>
                      </a:r>
                      <a:endParaRPr sz="1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483333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showToast / showModal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makePhoneCall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83333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setClipboardData（https/localhost）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（部分硬件类 API：扫码、蓝牙、NFC）</a:t>
                      </a:r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483333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setStorageSync / getStorageSync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83333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navigateBack / navigateTo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48333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onPullDownRefresh</a:t>
                      </a:r>
                      <a:endParaRPr sz="13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endParaRPr sz="13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24128" y="4570000"/>
            <a:ext cx="99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调不通先别改代码 —— 先确认「这个 API 在当前环境到底支不支持」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13813</Words>
  <Application>WPS 演示</Application>
  <PresentationFormat>宽屏</PresentationFormat>
  <Paragraphs>897</Paragraphs>
  <Slides>41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Arial</vt:lpstr>
      <vt:lpstr>宋体</vt:lpstr>
      <vt:lpstr>Wingdings</vt:lpstr>
      <vt:lpstr>Tw Cen MT</vt:lpstr>
      <vt:lpstr>Wingdings 3</vt:lpstr>
      <vt:lpstr>等线</vt:lpstr>
      <vt:lpstr>Consolas</vt:lpstr>
      <vt:lpstr>微软雅黑</vt:lpstr>
      <vt:lpstr>Arial Unicode MS</vt:lpstr>
      <vt:lpstr>等线 Light</vt:lpstr>
      <vt:lpstr>积分</vt:lpstr>
      <vt:lpstr>案例 5 · 新闻详情页</vt:lpstr>
      <vt:lpstr>本案例学什么</vt:lpstr>
      <vt:lpstr>从「看新闻」到「用手机」</vt:lpstr>
      <vt:lpstr>本案例的三个按钮</vt:lpstr>
      <vt:lpstr>一、交互反馈：Toast 与 Modal</vt:lpstr>
      <vt:lpstr>uni.showToast：最轻的提示</vt:lpstr>
      <vt:lpstr>Toast 的另一个参数：mask</vt:lpstr>
      <vt:lpstr>uni.showModal：需要用户做决定</vt:lpstr>
      <vt:lpstr>Toast 还是 Modal：怎么选</vt:lpstr>
      <vt:lpstr>⚠️ 踩坑预警：这两个 API 都是异步的</vt:lpstr>
      <vt:lpstr>二、调用手机能力</vt:lpstr>
      <vt:lpstr>uni.setClipboardData：复制到剪贴板</vt:lpstr>
      <vt:lpstr>uni.makePhoneCall：一键拨号</vt:lpstr>
      <vt:lpstr>⚠️ 先确认，再拨号（本案例重点页）</vt:lpstr>
      <vt:lpstr>⚠️ 哪些 API 能在 H5 测？</vt:lpstr>
      <vt:lpstr>makePhoneCall 怎么验证</vt:lpstr>
      <vt:lpstr>PowerPoint 演示文稿</vt:lpstr>
      <vt:lpstr>PowerPoint 演示文稿</vt:lpstr>
      <vt:lpstr>PowerPoint 演示文稿</vt:lpstr>
      <vt:lpstr>三、详情页的下拉刷新</vt:lpstr>
      <vt:lpstr>回顾：下拉刷新两步走</vt:lpstr>
      <vt:lpstr>刷新什么？点赞数</vt:lpstr>
      <vt:lpstr>返回列表页：navigateBack</vt:lpstr>
      <vt:lpstr>四、完整代码与实践任务</vt:lpstr>
      <vt:lpstr>完整代码：详情页 template（上）</vt:lpstr>
      <vt:lpstr>完整代码：详情页 template（中）—— 空态与留白</vt:lpstr>
      <vt:lpstr>完整代码：详情页 template（下）—— 返回条与三按钮</vt:lpstr>
      <vt:lpstr>完整代码：script（上）—— onLoad 取参与查数据</vt:lpstr>
      <vt:lpstr>完整代码：script（中）—— 复制作者</vt:lpstr>
      <vt:lpstr>完整代码：script（下）—— 确认后拨号</vt:lpstr>
      <vt:lpstr>完整代码：script（续）—— 收藏落盘</vt:lpstr>
      <vt:lpstr>完整代码：script（续）—— 下拉刷新与返回</vt:lpstr>
      <vt:lpstr>完整代码：style（上）—— 正文与点赞数</vt:lpstr>
      <vt:lpstr>完整代码：style（下）—— 底部操作栏</vt:lpstr>
      <vt:lpstr>数据文件：新增三个字段</vt:lpstr>
      <vt:lpstr>交互流程全景</vt:lpstr>
      <vt:lpstr>任务要求与步骤拆解</vt:lpstr>
      <vt:lpstr>自查表</vt:lpstr>
      <vt:lpstr>常见翻车点与回顾</vt:lpstr>
      <vt:lpstr>一条线回顾</vt:lpstr>
      <vt:lpstr>记住这张表：谁能测，谁不能测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学科实践一  移动应用开发</dc:title>
  <dc:creator>shuwen su</dc:creator>
  <cp:lastModifiedBy>苏苏</cp:lastModifiedBy>
  <cp:revision>240</cp:revision>
  <dcterms:created xsi:type="dcterms:W3CDTF">2022-08-31T06:41:00Z</dcterms:created>
  <dcterms:modified xsi:type="dcterms:W3CDTF">2026-10-12T12:35:43Z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E092291C1A74433D87D0B63DC23CE86F_12</vt:lpwstr>
  </property>
  <property fmtid="{D5CDD505-2E9C-101B-9397-08002B2CF9AE}" pid="3" name="KSOProductBuildVer">
    <vt:lpwstr>2052-12.1.0.28488</vt:lpwstr>
  </property>
</Properties>
</file>