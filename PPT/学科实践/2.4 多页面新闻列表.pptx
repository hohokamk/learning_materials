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3"/>
    <p:sldId id="257" r:id="rId4"/>
    <p:sldId id="258" r:id="rId5"/>
    <p:sldId id="259" r:id="rId6"/>
    <p:sldId id="305" r:id="rId7"/>
    <p:sldId id="260" r:id="rId8"/>
    <p:sldId id="261" r:id="rId9"/>
    <p:sldId id="263" r:id="rId10"/>
    <p:sldId id="264" r:id="rId11"/>
    <p:sldId id="265" r:id="rId12"/>
    <p:sldId id="266" r:id="rId13"/>
    <p:sldId id="262" r:id="rId14"/>
    <p:sldId id="267" r:id="rId15"/>
    <p:sldId id="268" r:id="rId16"/>
    <p:sldId id="270" r:id="rId17"/>
    <p:sldId id="271" r:id="rId18"/>
    <p:sldId id="272" r:id="rId19"/>
    <p:sldId id="269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3" r:id="rId50"/>
    <p:sldId id="302" r:id="rId51"/>
    <p:sldId id="304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118" autoAdjust="0"/>
  </p:normalViewPr>
  <p:slideViewPr>
    <p:cSldViewPr snapToGrid="0">
      <p:cViewPr varScale="1">
        <p:scale>
          <a:sx n="83" d="100"/>
          <a:sy n="83" d="100"/>
        </p:scale>
        <p:origin x="4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notesMaster" Target="notesMasters/notesMaster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39BC9-7E58-43D2-9557-D94356DA74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253F1-F5FD-4A91-B580-F563CC45B9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157E3-3D3E-4FEB-ABA7-41470998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FAF16-FF30-46A5-BDE0-63E3165CC3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28E62F3-092C-45BF-834B-A96C1A639E4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24128" y="1424354"/>
            <a:ext cx="9720073" cy="4885006"/>
          </a:xfrm>
        </p:spPr>
        <p:txBody>
          <a:bodyPr/>
          <a:lstStyle>
            <a:lvl1pPr marL="457200" indent="-457200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 sz="2400" baseline="0"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B2EB-738A-46A4-AD3F-9422667960ED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024128" y="112976"/>
            <a:ext cx="9720072" cy="1499616"/>
          </a:xfrm>
        </p:spPr>
        <p:txBody>
          <a:bodyPr>
            <a:normAutofit/>
          </a:bodyPr>
          <a:lstStyle>
            <a:lvl1pPr>
              <a:defRPr sz="4400" b="1" cap="none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C5C6-872C-47B3-9565-D52C20D2DF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C3B9-AED1-42DC-9421-133FB0E1A72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E698-0711-49A5-B05E-F77E1F26C0E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DA56-1E64-4F49-ADD9-6251E5D37FF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1935-A7FB-4118-8DFE-2636A710AEF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D93F0-9233-4BC0-AD65-BEF82C4E7C8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4BBC0-4082-4DD8-B530-5E32FCBE4A4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30492-7EE0-47B2-8BB5-FAE868138C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1F6E-988C-42B6-B045-1FC21BB7085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BE2B2EB-738A-46A4-AD3F-9422667960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4 · 多页面新闻列表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67955" y="4959985"/>
            <a:ext cx="4043045" cy="1463040"/>
          </a:xfrm>
        </p:spPr>
        <p:txBody>
          <a:bodyPr wrap="square">
            <a:no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路由、生命周期、列表交互</a:t>
            </a:r>
            <a:endParaRPr sz="2400" b="1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pages.json → uni.navigateTo → onLoad / onShow → tabBar → scroll-view → 下拉刷新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3900170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pages.json：每个页面都要在这里「登记」才能用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uni.navigateTo 跳转 + url 拼参数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onLoad(options) 接收参数 —— 拿到的永远是字符串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⭐ onLoad 只执行一次，onShow 每次切回来都执行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tabBar 底部导航：两个并列的顶层页面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scroll-view 滚动容器 —— view 自己不会滚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下拉刷新 onPullDownRefresh + stopPullDownRefresh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本案例学什么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6040000"/>
            <a:ext cx="89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产出：一个能点进详情、能切 Tab、能下拉刷新的新闻列表 App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2108835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案例 2、案例 3 都只有一个 index.vue —— 所有功能挤在一页里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本案例第一次出现多个物理页面，页面之间要「跳」过去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每个页面就是一个独立的 webview，各自有自己的生命周期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页面栈：进入详情页 = 压栈；返回 = 出栈（详情页被销毁）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从「一个页面」到「一叠页面」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37927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列表页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pages/index/index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34146" y="407777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94146" y="37927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跳转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navigateTo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04164" y="407777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64164" y="37927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详情页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pages/detail/detail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4182" y="407777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4182" y="37927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返回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navigateBack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4892770"/>
            <a:ext cx="9720073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页面栈最多 10 层：navigateTo 用多了会跳不动</a:t>
            </a:r>
            <a:endParaRPr sz="16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544955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纯 Vue3 Web 是「单页应用」：一个 index.html，靠 vue-router 换视图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UniApp 是「多页面」：每个页面都是物理存在的文件，由 pages.json 登记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255" y="113030"/>
            <a:ext cx="9549765" cy="1122045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Vue3 vs UniApp：谁管什么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0623" y="2420435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纯 Vue3 Web：vue-router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0623" y="2740435"/>
            <a:ext cx="4710036" cy="395859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纯 Vue3 Web（SPA）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router/index.js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router = createRouter({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routes: [{ path: '/detail',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 component: Detail }]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模板里 --&gt;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&lt;router-link to="/detail"&gt;详情&lt;/router-link&gt;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&lt;router-view /&gt;   // 单页里换视图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生命周期用 onMounted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30659" y="2420435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UniApp：接管了路由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30659" y="2740435"/>
            <a:ext cx="4710036" cy="308737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UniApp（多页面）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pages.json —— 配置物理页面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{ "path": "pages/detail/detail" 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跳转用 uni API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url: '/pages/detail/detail?id=3'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生命周期用 onLoad / onShow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02405" y="6466840"/>
            <a:ext cx="8030845" cy="232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结论：UniApp 接管了路由，抛弃了 vue-router —— 这是跨端框架最强势的介入</a:t>
            </a:r>
            <a:endParaRPr sz="16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20280" y="1339850"/>
            <a:ext cx="2929255" cy="519938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项目运行</a:t>
            </a:r>
            <a:r>
              <a:rPr lang="zh-CN" altLang="en-US"/>
              <a:t>效果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" y="1339850"/>
            <a:ext cx="2853690" cy="50660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860" y="1339850"/>
            <a:ext cx="2945765" cy="5229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一、多页面与路由跳转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页面是「配置」出来的，不是「链接」出来的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凡是页面，必须写进 pages 数组 —— 不登记就跳不过去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数组的第一项就是启动页（App 打开先看到它）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path 不带 .vue 后缀，写「pages/目录名/文件名」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style 里可以给每个页面单独设标题、下拉刷新等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pages.json：页面的「户口本」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255" y="3429635"/>
            <a:ext cx="9719945" cy="3429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"pages": [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"path": "pages/index/index",          // 第一项 = 启动页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"style": { "navigationBarTitleText": "新闻列表",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     "enablePullDownRefresh": true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 "path": "pages/mine/mine",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"style": { "navigationBarTitleText": "我的" } },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 "path": "pages/detail/detail",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"style": { "navigationBarTitleText": "新闻详情" }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]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url 是绝对路径，必须以 / 开头（相对路径容易算错层级）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保留当前页 —— 新页面压在它上面，所以能返回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不能跳到 tabBar 页面（tabBar 页要用 switchTab）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最常用参数就是拼接 id 或其它标识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uni.navigateTo：最常用的跳转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353824"/>
            <a:ext cx="9720073" cy="30251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最基本的跳转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 url: '/pages/detail/detail'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带参数的跳转（详情页最常用）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url: '/pages/detail/detail?id=' + item.id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本案例：列表项绑定的点击事件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v-for="item in newsList" :key="item.id"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@click="goDetail(item.id)"&gt;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379090"/>
            <a:ext cx="86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url 里的 ?id=3 会被详情页的 onLoad(options) 接住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297" y="657738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跳转方式</a:t>
            </a:r>
            <a:endParaRPr lang="en-US"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885" y="1320165"/>
          <a:ext cx="10267315" cy="380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29510"/>
                <a:gridCol w="2218055"/>
                <a:gridCol w="2556510"/>
              </a:tblGrid>
              <a:tr h="63373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API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保留当前页？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能返回？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能跳 tabBar？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63373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uni.navigateTo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 保留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 能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不能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63373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uni.redirectTo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关闭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不能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不能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63373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uni.switchTab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关闭其它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不能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 只能跳它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63373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uni.reLaunch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全关闭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不能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 能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63373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uni.navigateBack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—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 回上一页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—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4128" y="5475600"/>
            <a:ext cx="9720073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本案例只用到 navigateTo、switchTab、navigateBack 三个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五种跳转怎么选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24255" y="1320165"/>
          <a:ext cx="10445115" cy="3528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420"/>
                <a:gridCol w="3782695"/>
              </a:tblGrid>
              <a:tr h="58801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想做的事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用哪个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8801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跳到详情/下级页面，还要能返回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uni.navigateTo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8801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跳到某页且不要它出现在返回路径里（如登录后跳首页）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uni.redirectTo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8801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在几个 tabBar 页面之间切换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uni.switchTab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8801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退出登录、重开应用，清空所有页面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uni.reLaunch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8801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返回上一页 / 连退多级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uni.navigateBack({ delta: 2 })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24255" y="5720080"/>
            <a:ext cx="9436735" cy="655955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判断口诀：要返回 → navigateTo；跳 Tab → switchTab；重来 → reLaunch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delta 默认是 1，表示返回上一页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delta: 2 就是连退两级（相当于按两次返回）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delta 超过页面栈层数时，会一直退到首页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多数情况下不用自己写 —— 左上角返回按钮就够了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navigateBack：返回上一页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431294"/>
            <a:ext cx="9720073" cy="289115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返回上一页（等价于点左上角返回）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uni.navigateBack()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连退两级：提交成功后回到列表页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uni.navigateBack({ delta: 2 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什么时候需要自己写？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比如「保存成功 → 自动回到列表」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saveAndBack()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...保存逻辑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uni.navigateBack()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225420"/>
            <a:ext cx="80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页面栈最多 10 层，navigateTo 用多了会跳不动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① 建文件：在 pages 目录下新建 detail/detail.vue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② 登记：在 pages.json 的 pages 数组里加上它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③ 跳转：用 uni.navigateTo 把 url 指过去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少任何一步都跳不动 —— 这是新手最常漏的第二步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新增一个页面要做三件事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3827695"/>
            <a:ext cx="3133357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① 建文件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pages/detail/detail.vue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57485" y="4112695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7485" y="3827695"/>
            <a:ext cx="3133357" cy="85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② 登记 pages.json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path 写进去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50842" y="4112695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10842" y="3827695"/>
            <a:ext cx="3133357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③ navigateTo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跳过去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" y="4927695"/>
            <a:ext cx="9720073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漏了第 ② 步：跳转直接失败，控制台报 page not found</a:t>
            </a:r>
            <a:endParaRPr sz="16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819910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url 后面拼 ?key=value，只能拼字符串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直接传对象：detail 页收到的是 "[object Object]"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要传多个值就拼多组 &amp;key=value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参数传递：只能传字符串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065864"/>
            <a:ext cx="9720073" cy="328358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正确：拼字符串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 url: '/pages/detail/detail?id=' + item.id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 url: '/pages/detail/detail?id=3&amp;type=news'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✗ 错误：直接拼对象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 url: '/pages/detail/detail?item=' + item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详情页收到： item = "[object Object]" —— 没法用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详情页接收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onLoad((options)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console.log(options.id)      // '3'（字符串）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333370"/>
            <a:ext cx="84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记住：url 是字符串，对象进去就是 [object Object]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805940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确实要传对象/数组时：先 JSON.stringify，再 encodeURIComponent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encodeURIComponent 负责把特殊字符转义，避免 url 被截断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接收端反过来：decodeURIComponent → JSON.parse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复杂参数：编码后再传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52920"/>
            <a:ext cx="471003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发送：编码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572920"/>
            <a:ext cx="4710036" cy="30251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发送端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obj =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keyword: '人工智能 新闻',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page: 1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url: '/pages/list/list?data='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+ encodeURIComponent(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JSON.stringify(obj))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3252920"/>
            <a:ext cx="471003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接收：解码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3572920"/>
            <a:ext cx="4710036" cy="276669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接收端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onLoad((options)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obj = JSON.parse(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decodeURIComponent(options.data)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console.log(obj.keyword)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'人工智能 新闻'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console.log(obj.page)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1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二、生命周期：onLoad 与 onShow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什么时候执行，决定数据什么时候刷新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2564130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首次进入页面：onLoad → onShow → onReady（顺序固定）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跳去别的页面：当前页触发 onHide（页面被藏起来，但没销毁）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从详情页返回：重新触发 onShow（onLoad 不再执行）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页面被关闭（navigateBack / redirectTo）：触发 onUnload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页面生命周期执行顺序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4037245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onLoad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页面创建，只 1 次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40142" y="4337245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00142" y="4037245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onShow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每次显示都触发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6156" y="4337245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76156" y="4037245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onReady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首次渲染完成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92170" y="4337245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52170" y="4037245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onHide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被别的页盖住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8184" y="4337245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28184" y="4037245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onUnload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页面被关闭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128" y="5187245"/>
            <a:ext cx="972007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记住顺序，后面刷新放哪里就有依据了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⭐ onLoad vs onShow（本案例最重点）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3300000"/>
                <a:gridCol w="4020073"/>
              </a:tblGrid>
              <a:tr h="620000">
                <a:tc>
                  <a:txBody>
                    <a:bodyPr wrap="square"/>
                    <a:lstStyle/>
                    <a:p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onLoad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onShow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执行次数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只 1 次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每次显示都执行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执行时机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页面创建时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页面显示时（含返回）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能拿到参数吗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能（options）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不能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典型用途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一次性初始化、取参数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刷新列表、更新数据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24128" y="4770000"/>
            <a:ext cx="96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6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⭐ 获取列表数据请写在 onShow 里，不要写在 onMounted / onLoad 里</a:t>
            </a:r>
            <a:endParaRPr sz="16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790700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options 就是 url 问号后面那串键值对，框架已经帮你解析好了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拿到的一定是字符串 —— 哪怕你传的是数字 3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url 里的中文若不编码，可能乱码，所以复杂参数一定要编码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onLoad(options)：接收参数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110949"/>
            <a:ext cx="9720073" cy="289115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跳转时：?id=3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详情页接收：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onLoad((options) =&gt;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id = options.id        // '3'  ← 字符串！不是数字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✗ 坑：=== 是严格比较，'3' 和 3 不相等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bad = newsList.find(t =&gt; t.id === id)   // undefined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✓ 正确：先转数字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good = newsList.find(t =&gt; t.id === Number(id))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detail.value = good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378455"/>
            <a:ext cx="95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4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坑：不做 Number() 转换，find 静默返回 undefined，页面一片空白还不报错</a:t>
            </a:r>
            <a:endParaRPr sz="14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场景：列表页看新闻 → 点进详情 → 详情页改了数据 → 返回列表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如果刷新写在 onLoad：返回时 </a:t>
            </a: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onLoad </a:t>
            </a: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不执行，列表还是旧数据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写在 onShow：每次返回都会刷新 —— 这才是我们要的效果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翻车点：刷新写在 onLoad 里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50000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写在 onLoad：返回不刷新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070000"/>
            <a:ext cx="4710036" cy="25063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✗ 错误：刷新写在 onLoad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loadNewsList()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结果：第一次进入能刷新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      从详情页返回 → 不刷新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      列表数据「僵」在那里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2750000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写在 onShow：返回能刷新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3070000"/>
            <a:ext cx="4710036" cy="221615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正确：刷新写在 onShow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onShow(()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loadNewsList()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结果：每次页面显示都刷新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      返回时数据是最新的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255" y="5715000"/>
            <a:ext cx="9719945" cy="5391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这是 UniApp 新手 90% 的翻车点</a:t>
            </a:r>
            <a:endParaRPr sz="16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onMounted 是 Vue 组件生命周期 —— 管的是「组件挂载」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onLoad / onShow 是 UniApp 页面生命周期 —— 管的是「页面」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二者都会在页面首次加载时触发一次，但职责完全不同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涉及「切回来要刷新」的需求，只能靠 onShow，onMounted 做不到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口诀：页面听 UniApp，组件听 Vue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32498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Vue：组件生命周期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644980"/>
            <a:ext cx="4710036" cy="250825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Vue 组件生命周期（管组件）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onMounted } from 'vue'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onMounted(()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组件挂载时执行一次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常见于：在子组件里初始化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父组件传进来的 props 相关逻辑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332498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UniApp：页面生命周期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3644980"/>
            <a:ext cx="4710036" cy="276669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UniApp 页面生命周期（管页面）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不需要 import，直接写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onLoad((options)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页面创建，只 1 次，能取参数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onShow(()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每次显示都执行 —— 刷新放这里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能用，但它的定位是「与页面显示无关的一次性初始化」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适合：给定时器赋值、初始化第三方 SDK、注册全局事件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不适合：拉取列表数据、刷新页面数据（返回时不触发，会踩坑）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那 onMounted 还能用吗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2970000"/>
          <a:ext cx="9720073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0"/>
                <a:gridCol w="3520073"/>
              </a:tblGrid>
              <a:tr h="58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要做的事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放哪里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初始化一个定时器 / 第三方库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onMounted 可以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接收路由参数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onLoad(options)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拉取列表数据、返回要刷新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onShow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只执行一次的页面初始化（不涉及刷新）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onLoad 可以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4128" y="6020000"/>
            <a:ext cx="972007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拿不准就统一用 onShow —— 多刷新一次没有副作用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452880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在列表页同时写 onLoad 和 onShow 两个打印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操作路径：进列表 → 点详情 → 返回列表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看控制台：onLoad 只出现 1 次，onShow 出现了 2 次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实践：用日志亲眼验证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2985" y="2906395"/>
            <a:ext cx="9719945" cy="341566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列表页 pages/index/index.vue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console.log('[列表页] onLoad —— 只在页面创建时走一次')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onShow(()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console.log('[列表页] onShow —— 每次切回来都走这里')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控制台输出：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首次进入  [列表页] onLoad  —— 只在页面创建时走一次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首次进入  [列表页] onShow  —— 每次切回来都走这里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详情返回  [列表页] onShow  —— 每次切回来都走这里  ← onLoad 没有！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2858" y="6454655"/>
            <a:ext cx="74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自己动手看一遍，比听十遍原理都管用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三、tabBar 底部导航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两个并列的「顶层页面」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tabBar 写在 pages.json 顶层，与 pages 平级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color / selectedColor 控制文字颜色，选中态另配图标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list 至少 2 项、最多 5 项，每项四个字段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pages.json 配置 tabBar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35320" y="2274570"/>
            <a:ext cx="6363970" cy="441833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"tabBar":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"color": "#999999",              // 未选中文字色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"selectedColor": "#007AFF",      // 选中文字色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"backgroundColor": "#FFFFFF",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"list": [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"pagePath": "pages/index/index",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"text": "首页",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"iconPath": "static/tab/home.png",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"selectedIconPath": "static/tab/home_active.png"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"pagePath": "pages/mine/mine",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"text": "我的",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"iconPath": "static/tab/mine.png",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"selectedIconPath": "static/tab/mine_active.png"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]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① pagePath 必须在 pages 数组里存在 —— 否则整个 tabBar 不显示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② 图标尺寸建议 81×81px，过大过小都可能显示异常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③ tabBar 页面之间跳转只能用 uni.switchTab，navigateTo 跳不过去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tabBar 的三个硬性规定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72494"/>
            <a:ext cx="9720073" cy="276669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pagePath 的两种写法：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正确：与 pages.json 里 pages 的 path 完全一致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"pagePath": "pages/index/index"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✗ 错误：多了斜杠 / 带了 .vue / 前后空格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"pagePath": "/pages/index/index"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"pagePath": "pages/index/index.vue"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跳 tabBar 页面：必须用 switchTab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uni.switchTab({ url: '/pages/mine/mine'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93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tabBar 页面不能带参数 —— switchTab 的 url 后面不写 ?key=value</a:t>
            </a:r>
            <a:endParaRPr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tabBar 页面 vs 普通页面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3400000"/>
                <a:gridCol w="4220073"/>
              </a:tblGrid>
              <a:tr h="550000">
                <a:tc>
                  <a:txBody>
                    <a:bodyPr wrap="square"/>
                    <a:lstStyle/>
                    <a:p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tabBar 页面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普通页面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层级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顶层，并列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可以层层深入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进法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switchTab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navigateTo / redirectTo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返回按钮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没有（是顶层）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有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能带参数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不能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 能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典型例子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首页 / 我的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新闻详情 / 登录页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24128" y="4970000"/>
            <a:ext cx="85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本案例：首页、我的 = tabBar 页；详情页 = 普通页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201986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报错一：navigateTo:fail can not navigateTo a tabbar page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　　→ 你要跳的是 tabBar 页，把 navigateTo 换成 switchTab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报错二：switchTab:fail not found page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　　→ url 写错了，或该页面没在 pages 数组里登记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报错三：page not found —— 九成是忘了在 pages.json 登记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两种典型报错怎么读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519864"/>
            <a:ext cx="9720073" cy="243967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报错：can not navigateTo a tabbar page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 url: '/pages/mine/mine' })   // ✗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uni.switchTab({ url: '/pages/mine/mine' })    // ✓ 换成这个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报错：not found page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检查 pages.json 里有没有这一项：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{ "path": "pages/detail/detail"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检查 url 是否与 path 一致（注意前导斜杠）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uni.navigateTo({ url: '/pages/detail/detail' 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80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报错不可怕，看清关键词就知道该改哪个 API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四、列表滚动与下拉刷新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长列表的两个标配交互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在网页里，内容多了浏览器自动给滚动条 —— 那是 &lt;body&gt; 的功劳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在 uni-app 里，view 就是个普通容器，超出部分直接看不见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必须主动用 scroll-view 包一层，并给它一个确定的高度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view 默认不滚动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2498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view：不会滚动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544980"/>
            <a:ext cx="4710036" cy="276669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✗ 错误：view 不会滚 --&gt;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class="list"&gt;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v-for="item in newsList"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:key="item.id"&gt;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{{ item.title }}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&lt;/view&gt;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&lt;/view&gt;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内容超出屏幕后：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多出来的部分直接看不到 --&gt;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322498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scroll-view：会滚动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3544980"/>
            <a:ext cx="4710036" cy="276669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✓ 正确：scroll-view --&gt;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&lt;scroll-view class="scroll"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scroll-y="true"&gt;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v-for="item in newsList"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:key="item.id"&gt;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{{ item.title }}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&lt;/view&gt;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&lt;/scroll-view&gt;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加上固定高度即可滚动 --&gt;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scroll-view 必须有确定高度，否则滚动不生效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方法一：直接写死 —— style="height: 600rpx" 或 calc(100vh - 100rpx)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方法二（推荐）：flex: 1 + 父容器 display: flex，自动撑满剩余空间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横向滚动用 scroll-x="true"，本案例只用纵向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scroll-view：怎么给高度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351815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写死高度：简单但脆弱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671815"/>
            <a:ext cx="4710036" cy="25063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方法一：直接算高度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&lt;scroll-view scroll-y="true"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style="height: calc(100vh - 100rpx)"&gt;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&lt;/scroll-view&gt;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优点：简单直接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缺点：头部高度一改，这里也要跟着改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3351815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flex: 1：自适应（本案例用这个）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405" y="3671570"/>
            <a:ext cx="5753735" cy="27965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方法二（推荐）：flex 自动撑满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/* 父容器 */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.page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display: flex;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flex-direction: column;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height: 100vh;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/* 滚动区 */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.scroll { flex: 1; overflow: hidden; 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7022519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scroll-view 的常用事件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3200000"/>
                <a:gridCol w="4120073"/>
              </a:tblGrid>
              <a:tr h="5600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事件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触发时机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典型用途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@scrolltolower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滚动到底部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加载更多（分页）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@scrolltoupper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滚动到顶部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显示"回到顶部"按钮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@scroll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滚动过程中持续触发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吸顶效果、显示进度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@refresherrefresh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自定义下拉刷新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配合 refresher-enabled 使用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4128" y="4270000"/>
            <a:ext cx="972007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本案例用 @scrolltolower 打印一条日志，为案例 6 的分页加载埋个伏笔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670000"/>
            <a:ext cx="9720073" cy="173291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&lt;scroll-view class="scroll" scroll-y="true"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@scrolltolower="onReachBottom"&gt;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onReachBottom()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console.log('到底了 —— 下一案例在这里加载更多')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下拉刷新是「页面级」配置，写在对应页面的 style 里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不是全局配置：只有开启的页面才有下拉效果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开启后下拉会触发 onPullDownRefresh 生命周期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第一步：在 pages.json 开启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72494"/>
            <a:ext cx="9720073" cy="289115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pages.json —— 只给列表页开下拉刷新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"path": "pages/index/index",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"style":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"navigationBarTitleText": "新闻列表",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"enablePullDownRefresh": true       // ← 关键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其它页面不写这一行，就没有下拉效果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{ "path": "pages/detail/detail",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"style": { "navigationBarTitleText": "新闻详情" }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83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想全局都有下拉？写进 globalStyle —— 但一般不建议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下拉时会触发这个生命周期，在这里写刷新逻辑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数据加载完成后必须调 uni.stopPullDownRefresh()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不调的话，刷新动画一直转，用户以为卡死了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第二步：实现 onPullDownRefresh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72494"/>
            <a:ext cx="9720073" cy="328358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pages/index/index.vue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onPullDownRefresh(()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console.log('下拉刷新触发')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真实项目：await 请求接口 → 更新 newsList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本案例用定时器模拟一次网络延迟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setTimeout(()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// ⚠️ 必须手动停止刷新动画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uni.stopPullDownRefresh()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'已刷新', icon: 'success'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}, 600)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102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忘了 stopPullDownRefresh —— 转圈永不停，这是下拉刷新的头号问题</a:t>
            </a:r>
            <a:endParaRPr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898809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配置与实现分属两个地方，缺一不可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pages.json 负责「能不能下拉」，onPullDownRefresh 负责「下拉做什么」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下拉刷新的完整链路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3070000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① 配置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4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enablePullDownRefresh</a:t>
            </a:r>
            <a:endParaRPr sz="14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40142" y="3370000"/>
            <a:ext cx="160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4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00142" y="3070000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② 下拉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4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用户手势</a:t>
            </a:r>
            <a:endParaRPr sz="14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6156" y="3370000"/>
            <a:ext cx="160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4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76156" y="3070000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③ 触发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4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onPullDownRefresh</a:t>
            </a:r>
            <a:endParaRPr sz="14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92170" y="3370000"/>
            <a:ext cx="160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4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52170" y="3070000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④ 请求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4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获取新数据</a:t>
            </a:r>
            <a:endParaRPr sz="14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8184" y="3370000"/>
            <a:ext cx="160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4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28184" y="3070000"/>
            <a:ext cx="1816014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⑤ 收工</a:t>
            </a:r>
            <a:endParaRPr sz="1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4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stopPullDownRefresh</a:t>
            </a:r>
            <a:endParaRPr sz="14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24128" y="4220000"/>
          <a:ext cx="9720073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6720073"/>
              </a:tblGrid>
              <a:tr h="45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常见问题</a:t>
                      </a:r>
                      <a:endParaRPr sz="16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原因</a:t>
                      </a:r>
                      <a:endParaRPr sz="16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下拉没反应</a:t>
                      </a:r>
                      <a:endParaRPr sz="14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pages.json 里忘了 enablePullDownRefresh</a:t>
                      </a:r>
                      <a:endParaRPr sz="14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转圈不停</a:t>
                      </a:r>
                      <a:endParaRPr sz="14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忘了调 uni.stopPullDownRefresh()</a:t>
                      </a:r>
                      <a:endParaRPr sz="14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刷新了但没变化</a:t>
                      </a:r>
                      <a:endParaRPr sz="14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数据没赋值给响应式变量，或刷新写在了 onLoad</a:t>
                      </a:r>
                      <a:endParaRPr sz="14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42932" y="6470704"/>
            <a:ext cx="2736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2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五、完整代码与实践任务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59985"/>
            <a:ext cx="3581400" cy="1463040"/>
          </a:xfrm>
        </p:spPr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把三件套拼成一个能跑的项目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完整代码：pages.json（上）—— 页面登记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37400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"pages": [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"path": "pages/index/index",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"style":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"navigationBarTitleText": "新闻列表",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"enablePullDownRefresh": true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"path": "pages/mine/mine",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"style": { "navigationBarTitleText": "我的"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"path": "pages/detail/detail",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"style": { "navigationBarTitleText": "新闻详情"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],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"globalStyle":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"navigationBarTextStyle": "black",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"navigationBarTitleText": "多页面新闻列表",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"backgroundColor": "#F8F8F8"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完整代码：pages.json（下）—— tabBar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49225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"tabBar":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"color": "#999999",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"selectedColor": "#007AFF",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"backgroundColor": "#FFFFFF",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"borderStyle": "black",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"list": [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"pagePath": "pages/index/index",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"text": "首页",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"iconPath": "static/tab/home.png",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"selectedIconPath": "static/tab/home_active.png"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},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"pagePath": "pages/mine/mine",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"text": "我的",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"iconPath": "static/tab/mine.png",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"selectedIconPath": "static/tab/mine_active.png"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]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完整代码：列表页 template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2185" y="933450"/>
            <a:ext cx="9838055" cy="592518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&lt;template&gt;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class="page"&gt;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顶部标题栏 --&gt;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class="header"&gt;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class="title"&gt;今日要闻&lt;/text&gt;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class="subtitle"&gt;共 {{ newsList.length }} 条 · 下拉可刷新&lt;/text&gt;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view 不会滚动，必须用 scroll-view 并给固定高度 --&gt;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&lt;scroll-view class="scroll" scroll-y="true"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     @scrolltolower="onReachBottom"&gt;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class="card" v-for="item in newsList" :key="item.id"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@click="goDetail(item.id)"&gt;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&lt;view class="card-main"&gt;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&lt;text class="card-title"&gt;{{ item.title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&lt;view class="card-meta"&gt;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&lt;text class="source"&gt;{{ item.source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&lt;text class="time"&gt;{{ item.time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&lt;image class="thumb" :src="item.thumb" mode="aspectFill" /&gt;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class="footer-tip"&gt;—— 已经到底了 ——&lt;/view&gt;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&lt;/scroll-view&gt;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&lt;/template&gt;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完整代码：列表页 script（上）—— 跳转与生命周期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1479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&lt;script setup&gt;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ref } from 'vue'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onShow, onLoad, onPullDownRefresh } from '@dcloudio/uni-app'</a:t>
            </a:r>
            <a:endParaRPr lang="en-US" altLang="zh-CN"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newsList } from '../../src/data/news.js'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路由跳转：把 id 拼在 url 后面 ----------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goDetail(id)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uni.navigateTo({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url: '/pages/detail/detail?id=' + id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刷新列表放在 onShow，不放在 onLoad ----------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onLoad 只在页面创建时执行一次；从详情页返回走的是 onShow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onShow(() =&gt;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console.log('[列表页] onShow 执行 —— 每次切回来都会走这里')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真实项目里，这里就是重新拉取列表的位置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onLoad(() =&gt;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console.log('[列表页] onLoad 执行 —— 只在页面创建时走一次')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完整代码：列表页 script（下）—— 下拉与触底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40589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下拉刷新 ----------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onPullDownRefresh(()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console.log('[列表页] 下拉刷新触发')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真实项目：await 请求接口 → 更新 newsList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setTimeout(()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uni.stopPullDownRefresh()        // 必须调！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'已刷新', icon: 'success'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}, 600)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触底（为案例 6 的加载更多埋点）----------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onReachBottom()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console.log('到底了 —— 下一个案例在这里加载更多')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&lt;/script&gt;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完整代码：列表页 style（上）—— 布局关键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483425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&lt;style scoped&gt;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/* 关键：父容器 flex + scroll-view 的 flex: 1 */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.page { display: flex; flex-direction: column;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height: 100vh; background: #F4F6F8;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.header { padding: 30rpx 30rpx 20rpx;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.title { font-size: 40rpx; font-weight: bold; color: #2B3A45;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.subtitle { display: block; margin-top: 8rpx;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font-size: 24rpx; color: #6B7A88;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/* 滚动区撑满剩余高度 —— 这一行是滚动的关键 */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.scroll { flex: 1; overflow: hidden;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.card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display: flex; align-items: center; justify-content: space-between;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margin: 0 24rpx 20rpx; padding: 24rpx;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background: #FFFFFF; border-radius: 12rpx;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.card-main { flex: 1; padding-right: 20rpx;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完整代码：列表页 style（下）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328358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.card-title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font-size: 30rpx; color: #2B3A45; line-height: 1.4;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display: -webkit-box; -webkit-box-orient: vertical;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-webkit-line-clamp: 2; overflow: hidden;   /* 标题最多两行 */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.card-meta { display: flex; margin-top: 16rpx;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.source { font-size: 22rpx; color: #2683C6;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.time { margin-left: 20rpx; font-size: 22rpx; color: #999999;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.thumb { width: 180rpx; height: 130rpx; border-radius: 8rpx;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.footer-tip { padding: 40rpx 0 60rpx; text-align: center;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  font-size: 24rpx; color: #BBBBBB;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&lt;/style&gt;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完整代码：详情页 template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447103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&lt;template&gt;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class="page"&gt;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onLoad 时按 id 查到数据，存进 detail --&gt;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v-if="detail" class="article"&gt;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class="title"&gt;{{ detail.title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class="meta"&gt;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class="source"&gt;{{ detail.source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class="time"&gt;{{ detail.time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&lt;image class="banner" :src="detail.thumb" mode="aspectFill" /&gt;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class="body"&gt;{{ detail.content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查不到时的兜底（id 传错 / 数据被删） --&gt;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v-else class="empty"&gt;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&lt;text&gt;没有找到这条新闻&lt;/text&gt;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&lt;/template&gt;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完整代码：详情页 style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380047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&lt;style scoped&gt;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.page { padding: 30rpx; background: #FFFFFF;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.title { font-size: 40rpx; font-weight: bold;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color: #2B3A45; line-height: 1.4;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.meta { display: flex; margin: 20rpx 0 30rpx;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.source { font-size: 24rpx; color: #2683C6;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.time { margin-left: 24rpx; font-size: 24rpx; color: #999999;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.banner { width: 100%; height: 360rpx; border-radius: 12rpx;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background: #EEEEEE;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.body { display: block; margin-top: 30rpx; font-size: 30rpx;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color: #333333; line-height: 1.8;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.empty { padding: 200rpx 0; text-align: center;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font-size: 28rpx; color: #999999;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&lt;/style&gt;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3041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6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完整代码：详情页 script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431736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&lt;script setup&gt;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ref } from 'vue'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onLoad} from '@dcloudio/uni-app'</a:t>
            </a:r>
            <a:endParaRPr lang="en-US" altLang="zh-CN"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newsList } from '../../src/data/news.js'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detail = ref(null)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onLoad 的参数就是 url 问号后面的部分 ----------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跳转时传的 ?id=3  →  options 就是 { id: '3'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onLoad((options)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console.log('[详情页] onLoad 收到参数：', options)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id = options.id            // 注意：拿到的是字符串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find 前必须先 Number()，否则 '3' !== 3，查不到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detail.value = newsList.find(item =&gt; item.id === Number(id))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&lt;/script&gt;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8578" y="5803400"/>
            <a:ext cx="972007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★ 三个要点：onLoad 拿参数 / options.id 是字符串 / find 前先 Number()</a:t>
            </a:r>
            <a:endParaRPr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数据文件与「我的」页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483425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src/data/news.js ----------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export const newsList = [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id: 1,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title: '我国成功发射新一组低轨通信卫星',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time: '2026-09-15 10:24',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thumb: '/static/news/n1.png',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source: '科技日报',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content: '北京时间 9 月 15 日上午，我国在酒泉……'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... 共 6 条，字段结构完全一致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]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pages/mine/mine.vue ----------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tabBar 页面之间跳转必须用 switchTab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goHome()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uni.switchTab({ url: '/pages/index/index'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3041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6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tabBar 两个并列顶层页面：首页 ↔ 我的（用 switchTab 互跳）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首页 → 新闻详情：navigateTo（可返回，能带参数）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详情 → 返回列表：左上角返回 / navigateBack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项目全景：页面之间怎么走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307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首页 tabBar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pages/index/index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57485" y="337000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7485" y="307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→ navigateTo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/pages/detail/detail?id=1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50842" y="337000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10842" y="307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详情页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onLoad 取参 + find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24128" y="4120000"/>
            <a:ext cx="3133357" cy="80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首页 tabBar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pages/index/index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7485" y="438000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7485" y="4120000"/>
            <a:ext cx="3133357" cy="80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⇄ switchTab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双向切换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50842" y="438000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10842" y="4120000"/>
            <a:ext cx="3133357" cy="80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我的 tabBar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pages/mine/mine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" y="5120000"/>
            <a:ext cx="9720073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tabBar 页面之间用 switchTab；非 tabBar 页用 navigateTo</a:t>
            </a:r>
            <a:endParaRPr sz="16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3702360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1. 三个页面都在 pages 数组里登记了吗？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2. tabBar 的 pagePath 与 pages 里的 path 完全一致吗？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3. 跳 tabBar 页面用的是 switchTab 而不是 navigateTo 吗？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4. 跳详情页传的参数是字符串吗？（不是对象）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5. 详情页 find 之前做了 Number() 转换吗？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6. 列表数据刷新写在 onShow 里吗？（不是 onLoad / onMounted）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7. scroll-view 有确定高度吗？（flex: 1 或写死）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8. onPullDownRefresh 里调了 stopPullDownRefresh 吗？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9. enablePullDownRefresh 加在 index 页的 style 里吗？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10. tabBar 图标是 81×81px 吗？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自查表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3347268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1. 新建项目，建三个页面：index / mine / detail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2. pages.json 登记三个页面，给 index 开 enablePullDownRefresh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3. 写 src/data/news.js，准备 6 条新闻数据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4. 列表页：scroll-view + v-for 渲染卡片（标题 + 时间 + 缩略图）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5. 列表页：点击卡片 goDetail(id)，用 navigateTo 拼参数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6. 详情页：onLoad(options) 取 id，用 find 查出数据展示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7. 配 tabBar：首页 + 我的两个 Tab，图标 81×81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8. 列表页实现 onPullDownRefresh，别忘了 stopPullDownRefresh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9. 验证：切页面看 onLoad / onShow 的打印次数差异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任务要求与步骤拆解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2281992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1：忘了在 pages.json 登记页面 → 跳转报 page not found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2：用 navigateTo 跳 tabBar 页 → can not navigateTo a tabbar page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3：刷新写在 onLoad / onMounted → 从详情页返回数据不刷新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4：参数传对象 → 详情页收到 [object Object]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5：find 不转 Number → 静默返回 undefined，页面空白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6：忘了 stopPullDownRefresh → 刷新动画一直转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常见翻车点与回顾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6040000"/>
            <a:ext cx="106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一条线：页面在 pages.json 登记 → navigateTo 跳转传参 → onLoad 取参 → onShow 刷新 → 列表用 scroll-view + 下拉刷新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2*277"/>
  <p:tag name="TABLE_ENDDRAG_RECT" val="80*103*822*27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18042</Words>
  <Application>WPS 演示</Application>
  <PresentationFormat>宽屏</PresentationFormat>
  <Paragraphs>1216</Paragraphs>
  <Slides>50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1" baseType="lpstr">
      <vt:lpstr>Arial</vt:lpstr>
      <vt:lpstr>宋体</vt:lpstr>
      <vt:lpstr>Wingdings</vt:lpstr>
      <vt:lpstr>Tw Cen MT</vt:lpstr>
      <vt:lpstr>Wingdings 3</vt:lpstr>
      <vt:lpstr>等线</vt:lpstr>
      <vt:lpstr>Consolas</vt:lpstr>
      <vt:lpstr>微软雅黑</vt:lpstr>
      <vt:lpstr>Arial Unicode MS</vt:lpstr>
      <vt:lpstr>等线 Light</vt:lpstr>
      <vt:lpstr>积分</vt:lpstr>
      <vt:lpstr>案例 4 · 多页面新闻列表</vt:lpstr>
      <vt:lpstr>本案例学什么</vt:lpstr>
      <vt:lpstr>从「一个页面」到「一叠页面」</vt:lpstr>
      <vt:lpstr>Vue3 vs UniApp：谁管什么</vt:lpstr>
      <vt:lpstr>PowerPoint 演示文稿</vt:lpstr>
      <vt:lpstr>一、多页面与路由跳转</vt:lpstr>
      <vt:lpstr>pages.json：页面的「户口本」</vt:lpstr>
      <vt:lpstr>uni.navigateTo：最常用的跳转</vt:lpstr>
      <vt:lpstr>跳转方式全家福</vt:lpstr>
      <vt:lpstr>五种跳转怎么选</vt:lpstr>
      <vt:lpstr>navigateBack：返回上一页</vt:lpstr>
      <vt:lpstr>新增一个页面要做三件事</vt:lpstr>
      <vt:lpstr>⚠️ 参数传递：只能传字符串</vt:lpstr>
      <vt:lpstr>复杂参数：编码后再传</vt:lpstr>
      <vt:lpstr>二、生命周期：onLoad 与 onShow</vt:lpstr>
      <vt:lpstr>页面生命周期执行顺序</vt:lpstr>
      <vt:lpstr>⭐ onLoad vs onShow（本案例最重点）</vt:lpstr>
      <vt:lpstr>onLoad(options)：接收参数</vt:lpstr>
      <vt:lpstr>⚠️ 翻车点：刷新写在 onLoad 里</vt:lpstr>
      <vt:lpstr>口诀：页面听 UniApp，组件听 Vue</vt:lpstr>
      <vt:lpstr>那 onMounted 还能用吗</vt:lpstr>
      <vt:lpstr>实践：用日志亲眼验证</vt:lpstr>
      <vt:lpstr>三、tabBar 底部导航</vt:lpstr>
      <vt:lpstr>pages.json 配置 tabBar</vt:lpstr>
      <vt:lpstr>⚠️ tabBar 的三个硬性规定</vt:lpstr>
      <vt:lpstr>tabBar 页面 vs 普通页面</vt:lpstr>
      <vt:lpstr>两种典型报错怎么读</vt:lpstr>
      <vt:lpstr>四、列表滚动与下拉刷新</vt:lpstr>
      <vt:lpstr>⚠️ view 默认不滚动</vt:lpstr>
      <vt:lpstr>scroll-view：怎么给高度</vt:lpstr>
      <vt:lpstr>scroll-view 的常用事件</vt:lpstr>
      <vt:lpstr>第一步：在 pages.json 开启</vt:lpstr>
      <vt:lpstr>第二步：实现 onPullDownRefresh</vt:lpstr>
      <vt:lpstr>下拉刷新的完整链路</vt:lpstr>
      <vt:lpstr>五、完整代码与实践任务</vt:lpstr>
      <vt:lpstr>完整代码：pages.json（上）—— 页面登记</vt:lpstr>
      <vt:lpstr>完整代码：pages.json（下）—— tabBar</vt:lpstr>
      <vt:lpstr>完整代码：列表页 template</vt:lpstr>
      <vt:lpstr>完整代码：列表页 script（上）—— 跳转与生命周期</vt:lpstr>
      <vt:lpstr>完整代码：列表页 script（下）—— 下拉与触底</vt:lpstr>
      <vt:lpstr>完整代码：列表页 style（上）—— 布局关键</vt:lpstr>
      <vt:lpstr>完整代码：列表页 style（下）</vt:lpstr>
      <vt:lpstr>完整代码：详情页 template</vt:lpstr>
      <vt:lpstr>完整代码：详情页 style</vt:lpstr>
      <vt:lpstr>完整代码：详情页 script</vt:lpstr>
      <vt:lpstr>数据文件与「我的」页</vt:lpstr>
      <vt:lpstr>项目全景：页面之间怎么走</vt:lpstr>
      <vt:lpstr>自查表</vt:lpstr>
      <vt:lpstr>任务要求与步骤拆解</vt:lpstr>
      <vt:lpstr>常见翻车点与回顾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学科实践一  移动应用开发</dc:title>
  <dc:creator>shuwen su</dc:creator>
  <cp:lastModifiedBy>苏苏</cp:lastModifiedBy>
  <cp:revision>247</cp:revision>
  <dcterms:created xsi:type="dcterms:W3CDTF">2022-08-31T06:41:00Z</dcterms:created>
  <dcterms:modified xsi:type="dcterms:W3CDTF">2026-10-07T14:02:50Z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E092291C1A74433D87D0B63DC23CE86F_12</vt:lpwstr>
  </property>
  <property fmtid="{D5CDD505-2E9C-101B-9397-08002B2CF9AE}" pid="3" name="KSOProductBuildVer">
    <vt:lpwstr>2052-12.1.0.28022</vt:lpwstr>
  </property>
</Properties>
</file>